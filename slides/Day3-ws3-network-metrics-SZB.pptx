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87" r:id="rId5"/>
    <p:sldId id="295" r:id="rId6"/>
    <p:sldId id="270" r:id="rId7"/>
    <p:sldId id="305" r:id="rId8"/>
    <p:sldId id="300" r:id="rId9"/>
    <p:sldId id="285" r:id="rId10"/>
    <p:sldId id="286" r:id="rId11"/>
    <p:sldId id="271" r:id="rId12"/>
    <p:sldId id="273" r:id="rId13"/>
    <p:sldId id="274" r:id="rId14"/>
    <p:sldId id="272" r:id="rId15"/>
    <p:sldId id="306" r:id="rId16"/>
    <p:sldId id="275" r:id="rId17"/>
    <p:sldId id="276" r:id="rId18"/>
    <p:sldId id="277" r:id="rId19"/>
    <p:sldId id="278" r:id="rId20"/>
    <p:sldId id="279" r:id="rId21"/>
    <p:sldId id="308" r:id="rId22"/>
    <p:sldId id="280" r:id="rId23"/>
    <p:sldId id="281" r:id="rId24"/>
    <p:sldId id="282" r:id="rId25"/>
    <p:sldId id="283" r:id="rId26"/>
    <p:sldId id="284" r:id="rId27"/>
    <p:sldId id="288" r:id="rId28"/>
    <p:sldId id="289" r:id="rId29"/>
    <p:sldId id="290" r:id="rId30"/>
    <p:sldId id="301" r:id="rId31"/>
    <p:sldId id="291" r:id="rId32"/>
    <p:sldId id="293" r:id="rId33"/>
    <p:sldId id="292" r:id="rId34"/>
    <p:sldId id="296" r:id="rId35"/>
    <p:sldId id="297" r:id="rId36"/>
    <p:sldId id="309" r:id="rId37"/>
    <p:sldId id="294" r:id="rId38"/>
    <p:sldId id="264" r:id="rId39"/>
    <p:sldId id="266" r:id="rId40"/>
    <p:sldId id="263" r:id="rId41"/>
    <p:sldId id="268" r:id="rId42"/>
    <p:sldId id="258" r:id="rId43"/>
    <p:sldId id="299" r:id="rId44"/>
    <p:sldId id="260" r:id="rId45"/>
    <p:sldId id="310" r:id="rId46"/>
    <p:sldId id="261" r:id="rId47"/>
    <p:sldId id="262" r:id="rId48"/>
    <p:sldId id="311" r:id="rId49"/>
    <p:sldId id="302" r:id="rId50"/>
    <p:sldId id="298" r:id="rId51"/>
    <p:sldId id="304" r:id="rId52"/>
    <p:sldId id="312" r:id="rId53"/>
  </p:sldIdLst>
  <p:sldSz cx="12192000" cy="6858000"/>
  <p:notesSz cx="6858000" cy="9144000"/>
  <p:defaultTextStyle>
    <a:defPPr>
      <a:defRPr lang="et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B2256D-C388-4933-9DAA-3B651D5FD41A}" v="2" dt="2026-04-29T13:07:00.7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98" autoAdjust="0"/>
    <p:restoredTop sz="94660"/>
  </p:normalViewPr>
  <p:slideViewPr>
    <p:cSldViewPr snapToGrid="0">
      <p:cViewPr varScale="1">
        <p:scale>
          <a:sx n="70" d="100"/>
          <a:sy n="70" d="100"/>
        </p:scale>
        <p:origin x="1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tond Szemes" userId="9ad5295e-c011-431e-9933-da85a69d50eb" providerId="ADAL" clId="{FE312727-2FF1-41BE-81FD-03C074F4A432}"/>
    <pc:docChg chg="undo custSel addSld delSld modSld sldOrd">
      <pc:chgData name="Botond Szemes" userId="9ad5295e-c011-431e-9933-da85a69d50eb" providerId="ADAL" clId="{FE312727-2FF1-41BE-81FD-03C074F4A432}" dt="2026-04-29T13:07:39.802" v="3149" actId="20577"/>
      <pc:docMkLst>
        <pc:docMk/>
      </pc:docMkLst>
      <pc:sldChg chg="modSp mod">
        <pc:chgData name="Botond Szemes" userId="9ad5295e-c011-431e-9933-da85a69d50eb" providerId="ADAL" clId="{FE312727-2FF1-41BE-81FD-03C074F4A432}" dt="2026-04-08T07:02:47.572" v="1075" actId="27636"/>
        <pc:sldMkLst>
          <pc:docMk/>
          <pc:sldMk cId="1383280203" sldId="256"/>
        </pc:sldMkLst>
        <pc:spChg chg="mod">
          <ac:chgData name="Botond Szemes" userId="9ad5295e-c011-431e-9933-da85a69d50eb" providerId="ADAL" clId="{FE312727-2FF1-41BE-81FD-03C074F4A432}" dt="2026-04-08T07:02:47.572" v="1075" actId="27636"/>
          <ac:spMkLst>
            <pc:docMk/>
            <pc:sldMk cId="1383280203" sldId="256"/>
            <ac:spMk id="3" creationId="{E069D256-CCFB-3960-1866-73727B6FE7CB}"/>
          </ac:spMkLst>
        </pc:spChg>
      </pc:sldChg>
      <pc:sldChg chg="modSp mod ord">
        <pc:chgData name="Botond Szemes" userId="9ad5295e-c011-431e-9933-da85a69d50eb" providerId="ADAL" clId="{FE312727-2FF1-41BE-81FD-03C074F4A432}" dt="2026-04-08T11:29:09.636" v="2694" actId="113"/>
        <pc:sldMkLst>
          <pc:docMk/>
          <pc:sldMk cId="273041768" sldId="258"/>
        </pc:sldMkLst>
        <pc:spChg chg="mod">
          <ac:chgData name="Botond Szemes" userId="9ad5295e-c011-431e-9933-da85a69d50eb" providerId="ADAL" clId="{FE312727-2FF1-41BE-81FD-03C074F4A432}" dt="2026-04-08T11:26:52.157" v="2656" actId="20577"/>
          <ac:spMkLst>
            <pc:docMk/>
            <pc:sldMk cId="273041768" sldId="258"/>
            <ac:spMk id="2" creationId="{0ACFCCAA-07D0-5A39-B68C-EC6975C98A7C}"/>
          </ac:spMkLst>
        </pc:spChg>
        <pc:spChg chg="mod">
          <ac:chgData name="Botond Szemes" userId="9ad5295e-c011-431e-9933-da85a69d50eb" providerId="ADAL" clId="{FE312727-2FF1-41BE-81FD-03C074F4A432}" dt="2026-04-08T11:29:09.636" v="2694" actId="113"/>
          <ac:spMkLst>
            <pc:docMk/>
            <pc:sldMk cId="273041768" sldId="258"/>
            <ac:spMk id="3" creationId="{A6B51A99-4B96-1F37-7080-4FC91C08063E}"/>
          </ac:spMkLst>
        </pc:spChg>
      </pc:sldChg>
      <pc:sldChg chg="modSp mod ord">
        <pc:chgData name="Botond Szemes" userId="9ad5295e-c011-431e-9933-da85a69d50eb" providerId="ADAL" clId="{FE312727-2FF1-41BE-81FD-03C074F4A432}" dt="2026-04-08T11:28:13.207" v="2667" actId="20577"/>
        <pc:sldMkLst>
          <pc:docMk/>
          <pc:sldMk cId="1189922367" sldId="260"/>
        </pc:sldMkLst>
        <pc:spChg chg="mod">
          <ac:chgData name="Botond Szemes" userId="9ad5295e-c011-431e-9933-da85a69d50eb" providerId="ADAL" clId="{FE312727-2FF1-41BE-81FD-03C074F4A432}" dt="2026-04-08T11:28:13.207" v="2667" actId="20577"/>
          <ac:spMkLst>
            <pc:docMk/>
            <pc:sldMk cId="1189922367" sldId="260"/>
            <ac:spMk id="2" creationId="{0B5020A8-1748-2CFC-9040-EF57BCFECED5}"/>
          </ac:spMkLst>
        </pc:spChg>
      </pc:sldChg>
      <pc:sldChg chg="modSp mod ord">
        <pc:chgData name="Botond Szemes" userId="9ad5295e-c011-431e-9933-da85a69d50eb" providerId="ADAL" clId="{FE312727-2FF1-41BE-81FD-03C074F4A432}" dt="2026-04-08T11:28:16.586" v="2669" actId="20577"/>
        <pc:sldMkLst>
          <pc:docMk/>
          <pc:sldMk cId="1723772294" sldId="261"/>
        </pc:sldMkLst>
        <pc:spChg chg="mod">
          <ac:chgData name="Botond Szemes" userId="9ad5295e-c011-431e-9933-da85a69d50eb" providerId="ADAL" clId="{FE312727-2FF1-41BE-81FD-03C074F4A432}" dt="2026-04-08T11:28:16.586" v="2669" actId="20577"/>
          <ac:spMkLst>
            <pc:docMk/>
            <pc:sldMk cId="1723772294" sldId="261"/>
            <ac:spMk id="2" creationId="{A942CC9A-C9EA-23D1-2163-9215184DA05E}"/>
          </ac:spMkLst>
        </pc:spChg>
      </pc:sldChg>
      <pc:sldChg chg="addSp modSp mod ord modAnim">
        <pc:chgData name="Botond Szemes" userId="9ad5295e-c011-431e-9933-da85a69d50eb" providerId="ADAL" clId="{FE312727-2FF1-41BE-81FD-03C074F4A432}" dt="2026-04-08T11:15:49.860" v="2340"/>
        <pc:sldMkLst>
          <pc:docMk/>
          <pc:sldMk cId="1952504440" sldId="262"/>
        </pc:sldMkLst>
        <pc:spChg chg="add mod">
          <ac:chgData name="Botond Szemes" userId="9ad5295e-c011-431e-9933-da85a69d50eb" providerId="ADAL" clId="{FE312727-2FF1-41BE-81FD-03C074F4A432}" dt="2026-03-31T13:30:22.314" v="36" actId="255"/>
          <ac:spMkLst>
            <pc:docMk/>
            <pc:sldMk cId="1952504440" sldId="262"/>
            <ac:spMk id="2" creationId="{2CF9E405-97A1-2280-1B56-1A04F4670166}"/>
          </ac:spMkLst>
        </pc:spChg>
      </pc:sldChg>
      <pc:sldChg chg="addSp delSp modSp new mod ord delAnim modAnim">
        <pc:chgData name="Botond Szemes" userId="9ad5295e-c011-431e-9933-da85a69d50eb" providerId="ADAL" clId="{FE312727-2FF1-41BE-81FD-03C074F4A432}" dt="2026-04-08T11:25:11.753" v="2651" actId="20577"/>
        <pc:sldMkLst>
          <pc:docMk/>
          <pc:sldMk cId="3541985138" sldId="263"/>
        </pc:sldMkLst>
        <pc:spChg chg="mod">
          <ac:chgData name="Botond Szemes" userId="9ad5295e-c011-431e-9933-da85a69d50eb" providerId="ADAL" clId="{FE312727-2FF1-41BE-81FD-03C074F4A432}" dt="2026-04-08T11:25:11.753" v="2651" actId="20577"/>
          <ac:spMkLst>
            <pc:docMk/>
            <pc:sldMk cId="3541985138" sldId="263"/>
            <ac:spMk id="2" creationId="{41AAB94D-132A-E55C-5C2F-21657833EE09}"/>
          </ac:spMkLst>
        </pc:spChg>
        <pc:spChg chg="mod">
          <ac:chgData name="Botond Szemes" userId="9ad5295e-c011-431e-9933-da85a69d50eb" providerId="ADAL" clId="{FE312727-2FF1-41BE-81FD-03C074F4A432}" dt="2026-03-31T13:50:12.342" v="141" actId="1076"/>
          <ac:spMkLst>
            <pc:docMk/>
            <pc:sldMk cId="3541985138" sldId="263"/>
            <ac:spMk id="3" creationId="{0A01501F-1127-72A6-F7C6-1057C9BBE6B1}"/>
          </ac:spMkLst>
        </pc:spChg>
        <pc:spChg chg="add mod">
          <ac:chgData name="Botond Szemes" userId="9ad5295e-c011-431e-9933-da85a69d50eb" providerId="ADAL" clId="{FE312727-2FF1-41BE-81FD-03C074F4A432}" dt="2026-04-01T06:43:20.443" v="738" actId="1076"/>
          <ac:spMkLst>
            <pc:docMk/>
            <pc:sldMk cId="3541985138" sldId="263"/>
            <ac:spMk id="116" creationId="{44FE5083-1E36-5DA9-3C28-52CD973B89DD}"/>
          </ac:spMkLst>
        </pc:spChg>
        <pc:picChg chg="add mod">
          <ac:chgData name="Botond Szemes" userId="9ad5295e-c011-431e-9933-da85a69d50eb" providerId="ADAL" clId="{FE312727-2FF1-41BE-81FD-03C074F4A432}" dt="2026-03-31T14:35:23.557" v="446" actId="1076"/>
          <ac:picMkLst>
            <pc:docMk/>
            <pc:sldMk cId="3541985138" sldId="263"/>
            <ac:picMk id="7" creationId="{E7343A62-74BE-933B-F411-4064AEF8BED8}"/>
          </ac:picMkLst>
        </pc:picChg>
        <pc:picChg chg="add mod">
          <ac:chgData name="Botond Szemes" userId="9ad5295e-c011-431e-9933-da85a69d50eb" providerId="ADAL" clId="{FE312727-2FF1-41BE-81FD-03C074F4A432}" dt="2026-04-01T06:37:35.644" v="679" actId="1076"/>
          <ac:picMkLst>
            <pc:docMk/>
            <pc:sldMk cId="3541985138" sldId="263"/>
            <ac:picMk id="78" creationId="{69EB789F-7644-5B18-DA44-13585D4D340D}"/>
          </ac:picMkLst>
        </pc:picChg>
        <pc:cxnChg chg="add mod">
          <ac:chgData name="Botond Szemes" userId="9ad5295e-c011-431e-9933-da85a69d50eb" providerId="ADAL" clId="{FE312727-2FF1-41BE-81FD-03C074F4A432}" dt="2026-04-01T06:35:38.326" v="631" actId="208"/>
          <ac:cxnSpMkLst>
            <pc:docMk/>
            <pc:sldMk cId="3541985138" sldId="263"/>
            <ac:cxnSpMk id="80" creationId="{FD3C6705-962A-E978-19C7-E3222ABB0F09}"/>
          </ac:cxnSpMkLst>
        </pc:cxnChg>
        <pc:cxnChg chg="add mod">
          <ac:chgData name="Botond Szemes" userId="9ad5295e-c011-431e-9933-da85a69d50eb" providerId="ADAL" clId="{FE312727-2FF1-41BE-81FD-03C074F4A432}" dt="2026-04-01T06:35:44.312" v="634" actId="14100"/>
          <ac:cxnSpMkLst>
            <pc:docMk/>
            <pc:sldMk cId="3541985138" sldId="263"/>
            <ac:cxnSpMk id="81" creationId="{D28112C4-FC1F-D8D5-E411-F7D404311BB0}"/>
          </ac:cxnSpMkLst>
        </pc:cxnChg>
        <pc:cxnChg chg="add mod">
          <ac:chgData name="Botond Szemes" userId="9ad5295e-c011-431e-9933-da85a69d50eb" providerId="ADAL" clId="{FE312727-2FF1-41BE-81FD-03C074F4A432}" dt="2026-04-01T06:35:54.377" v="638" actId="14100"/>
          <ac:cxnSpMkLst>
            <pc:docMk/>
            <pc:sldMk cId="3541985138" sldId="263"/>
            <ac:cxnSpMk id="84" creationId="{6735513D-8CE8-61C9-72C8-76547D6F5431}"/>
          </ac:cxnSpMkLst>
        </pc:cxnChg>
        <pc:cxnChg chg="add mod">
          <ac:chgData name="Botond Szemes" userId="9ad5295e-c011-431e-9933-da85a69d50eb" providerId="ADAL" clId="{FE312727-2FF1-41BE-81FD-03C074F4A432}" dt="2026-04-01T06:36:01.090" v="642" actId="14100"/>
          <ac:cxnSpMkLst>
            <pc:docMk/>
            <pc:sldMk cId="3541985138" sldId="263"/>
            <ac:cxnSpMk id="88" creationId="{CBAD952D-A4A7-29E7-C088-9811C44B4EF1}"/>
          </ac:cxnSpMkLst>
        </pc:cxnChg>
        <pc:cxnChg chg="add mod">
          <ac:chgData name="Botond Szemes" userId="9ad5295e-c011-431e-9933-da85a69d50eb" providerId="ADAL" clId="{FE312727-2FF1-41BE-81FD-03C074F4A432}" dt="2026-04-01T06:36:09.432" v="645" actId="14100"/>
          <ac:cxnSpMkLst>
            <pc:docMk/>
            <pc:sldMk cId="3541985138" sldId="263"/>
            <ac:cxnSpMk id="91" creationId="{AFF5C9A3-1305-A9C2-788D-7BDFBE38B870}"/>
          </ac:cxnSpMkLst>
        </pc:cxnChg>
        <pc:cxnChg chg="add mod">
          <ac:chgData name="Botond Szemes" userId="9ad5295e-c011-431e-9933-da85a69d50eb" providerId="ADAL" clId="{FE312727-2FF1-41BE-81FD-03C074F4A432}" dt="2026-04-01T06:36:15.958" v="648" actId="14100"/>
          <ac:cxnSpMkLst>
            <pc:docMk/>
            <pc:sldMk cId="3541985138" sldId="263"/>
            <ac:cxnSpMk id="94" creationId="{F3DF3963-FCAF-229A-5E91-991AA3471E1C}"/>
          </ac:cxnSpMkLst>
        </pc:cxnChg>
        <pc:cxnChg chg="add mod">
          <ac:chgData name="Botond Szemes" userId="9ad5295e-c011-431e-9933-da85a69d50eb" providerId="ADAL" clId="{FE312727-2FF1-41BE-81FD-03C074F4A432}" dt="2026-04-01T06:37:37.263" v="683" actId="14100"/>
          <ac:cxnSpMkLst>
            <pc:docMk/>
            <pc:sldMk cId="3541985138" sldId="263"/>
            <ac:cxnSpMk id="97" creationId="{302CC4D5-B7CC-5834-6C66-24AFD3EC60FF}"/>
          </ac:cxnSpMkLst>
        </pc:cxnChg>
        <pc:cxnChg chg="add mod">
          <ac:chgData name="Botond Szemes" userId="9ad5295e-c011-431e-9933-da85a69d50eb" providerId="ADAL" clId="{FE312727-2FF1-41BE-81FD-03C074F4A432}" dt="2026-04-01T06:36:59.286" v="668" actId="1076"/>
          <ac:cxnSpMkLst>
            <pc:docMk/>
            <pc:sldMk cId="3541985138" sldId="263"/>
            <ac:cxnSpMk id="100" creationId="{E599E72B-B0E6-64B5-4146-9340C6005134}"/>
          </ac:cxnSpMkLst>
        </pc:cxnChg>
        <pc:cxnChg chg="add mod">
          <ac:chgData name="Botond Szemes" userId="9ad5295e-c011-431e-9933-da85a69d50eb" providerId="ADAL" clId="{FE312727-2FF1-41BE-81FD-03C074F4A432}" dt="2026-04-01T06:37:17.879" v="670" actId="14100"/>
          <ac:cxnSpMkLst>
            <pc:docMk/>
            <pc:sldMk cId="3541985138" sldId="263"/>
            <ac:cxnSpMk id="102" creationId="{27BC6568-8DB6-7D67-2669-790CB034ED7A}"/>
          </ac:cxnSpMkLst>
        </pc:cxnChg>
        <pc:cxnChg chg="add mod">
          <ac:chgData name="Botond Szemes" userId="9ad5295e-c011-431e-9933-da85a69d50eb" providerId="ADAL" clId="{FE312727-2FF1-41BE-81FD-03C074F4A432}" dt="2026-04-01T06:36:39.574" v="660" actId="14100"/>
          <ac:cxnSpMkLst>
            <pc:docMk/>
            <pc:sldMk cId="3541985138" sldId="263"/>
            <ac:cxnSpMk id="104" creationId="{34F0E356-FFF6-D962-5F74-9533C0DF0786}"/>
          </ac:cxnSpMkLst>
        </pc:cxnChg>
        <pc:cxnChg chg="add mod">
          <ac:chgData name="Botond Szemes" userId="9ad5295e-c011-431e-9933-da85a69d50eb" providerId="ADAL" clId="{FE312727-2FF1-41BE-81FD-03C074F4A432}" dt="2026-04-01T06:36:47.646" v="663" actId="14100"/>
          <ac:cxnSpMkLst>
            <pc:docMk/>
            <pc:sldMk cId="3541985138" sldId="263"/>
            <ac:cxnSpMk id="106" creationId="{3B2C4452-C64F-9657-D2B5-F2F58EA73461}"/>
          </ac:cxnSpMkLst>
        </pc:cxnChg>
        <pc:cxnChg chg="add mod">
          <ac:chgData name="Botond Szemes" userId="9ad5295e-c011-431e-9933-da85a69d50eb" providerId="ADAL" clId="{FE312727-2FF1-41BE-81FD-03C074F4A432}" dt="2026-04-01T06:36:55.805" v="667" actId="14100"/>
          <ac:cxnSpMkLst>
            <pc:docMk/>
            <pc:sldMk cId="3541985138" sldId="263"/>
            <ac:cxnSpMk id="108" creationId="{AEFBC4D8-22E4-B64F-E773-2DAAD2F5C4AB}"/>
          </ac:cxnSpMkLst>
        </pc:cxnChg>
      </pc:sldChg>
      <pc:sldChg chg="modSp new mod">
        <pc:chgData name="Botond Szemes" userId="9ad5295e-c011-431e-9933-da85a69d50eb" providerId="ADAL" clId="{FE312727-2FF1-41BE-81FD-03C074F4A432}" dt="2026-04-08T11:19:00.535" v="2576" actId="20577"/>
        <pc:sldMkLst>
          <pc:docMk/>
          <pc:sldMk cId="1657533473" sldId="264"/>
        </pc:sldMkLst>
        <pc:spChg chg="mod">
          <ac:chgData name="Botond Szemes" userId="9ad5295e-c011-431e-9933-da85a69d50eb" providerId="ADAL" clId="{FE312727-2FF1-41BE-81FD-03C074F4A432}" dt="2026-04-08T11:19:00.535" v="2576" actId="20577"/>
          <ac:spMkLst>
            <pc:docMk/>
            <pc:sldMk cId="1657533473" sldId="264"/>
            <ac:spMk id="2" creationId="{02EBCFB2-6AE5-01C5-E897-5BACF4C3140C}"/>
          </ac:spMkLst>
        </pc:spChg>
        <pc:spChg chg="mod">
          <ac:chgData name="Botond Szemes" userId="9ad5295e-c011-431e-9933-da85a69d50eb" providerId="ADAL" clId="{FE312727-2FF1-41BE-81FD-03C074F4A432}" dt="2026-03-31T13:51:02.920" v="151" actId="113"/>
          <ac:spMkLst>
            <pc:docMk/>
            <pc:sldMk cId="1657533473" sldId="264"/>
            <ac:spMk id="3" creationId="{58F52D3E-AACE-EE8B-55D7-85F35A18F70A}"/>
          </ac:spMkLst>
        </pc:spChg>
      </pc:sldChg>
      <pc:sldChg chg="addSp delSp modSp new mod ord addAnim delAnim modAnim">
        <pc:chgData name="Botond Szemes" userId="9ad5295e-c011-431e-9933-da85a69d50eb" providerId="ADAL" clId="{FE312727-2FF1-41BE-81FD-03C074F4A432}" dt="2026-04-09T13:42:25.130" v="3034" actId="20577"/>
        <pc:sldMkLst>
          <pc:docMk/>
          <pc:sldMk cId="3140339783" sldId="266"/>
        </pc:sldMkLst>
        <pc:spChg chg="add mod">
          <ac:chgData name="Botond Szemes" userId="9ad5295e-c011-431e-9933-da85a69d50eb" providerId="ADAL" clId="{FE312727-2FF1-41BE-81FD-03C074F4A432}" dt="2026-03-31T13:55:17.443" v="162" actId="14100"/>
          <ac:spMkLst>
            <pc:docMk/>
            <pc:sldMk cId="3140339783" sldId="266"/>
            <ac:spMk id="5" creationId="{43CD3441-1944-1DE0-58C8-360ED9DB64FD}"/>
          </ac:spMkLst>
        </pc:spChg>
        <pc:spChg chg="add mod">
          <ac:chgData name="Botond Szemes" userId="9ad5295e-c011-431e-9933-da85a69d50eb" providerId="ADAL" clId="{FE312727-2FF1-41BE-81FD-03C074F4A432}" dt="2026-03-31T13:55:52.353" v="164" actId="1076"/>
          <ac:spMkLst>
            <pc:docMk/>
            <pc:sldMk cId="3140339783" sldId="266"/>
            <ac:spMk id="6" creationId="{88985F43-EF7E-CC6F-F61E-97D62F045D08}"/>
          </ac:spMkLst>
        </pc:spChg>
        <pc:spChg chg="add mod">
          <ac:chgData name="Botond Szemes" userId="9ad5295e-c011-431e-9933-da85a69d50eb" providerId="ADAL" clId="{FE312727-2FF1-41BE-81FD-03C074F4A432}" dt="2026-03-31T13:56:06.906" v="167" actId="207"/>
          <ac:spMkLst>
            <pc:docMk/>
            <pc:sldMk cId="3140339783" sldId="266"/>
            <ac:spMk id="7" creationId="{0F090795-0C6D-4754-1F64-FED913373930}"/>
          </ac:spMkLst>
        </pc:spChg>
        <pc:spChg chg="add mod">
          <ac:chgData name="Botond Szemes" userId="9ad5295e-c011-431e-9933-da85a69d50eb" providerId="ADAL" clId="{FE312727-2FF1-41BE-81FD-03C074F4A432}" dt="2026-03-31T13:56:11.914" v="170" actId="207"/>
          <ac:spMkLst>
            <pc:docMk/>
            <pc:sldMk cId="3140339783" sldId="266"/>
            <ac:spMk id="8" creationId="{5442FDFB-4D8A-B076-358D-BACCE189C085}"/>
          </ac:spMkLst>
        </pc:spChg>
        <pc:spChg chg="add mod">
          <ac:chgData name="Botond Szemes" userId="9ad5295e-c011-431e-9933-da85a69d50eb" providerId="ADAL" clId="{FE312727-2FF1-41BE-81FD-03C074F4A432}" dt="2026-03-31T13:56:21.004" v="173" actId="207"/>
          <ac:spMkLst>
            <pc:docMk/>
            <pc:sldMk cId="3140339783" sldId="266"/>
            <ac:spMk id="9" creationId="{3B45CA51-BE4C-A18D-3179-BE177D79F528}"/>
          </ac:spMkLst>
        </pc:spChg>
        <pc:spChg chg="add mod">
          <ac:chgData name="Botond Szemes" userId="9ad5295e-c011-431e-9933-da85a69d50eb" providerId="ADAL" clId="{FE312727-2FF1-41BE-81FD-03C074F4A432}" dt="2026-03-31T13:56:25.883" v="176" actId="207"/>
          <ac:spMkLst>
            <pc:docMk/>
            <pc:sldMk cId="3140339783" sldId="266"/>
            <ac:spMk id="10" creationId="{3CFA2D08-0A59-35BB-9EB7-4F02649C8C4F}"/>
          </ac:spMkLst>
        </pc:spChg>
        <pc:spChg chg="add mod">
          <ac:chgData name="Botond Szemes" userId="9ad5295e-c011-431e-9933-da85a69d50eb" providerId="ADAL" clId="{FE312727-2FF1-41BE-81FD-03C074F4A432}" dt="2026-03-31T13:56:39.927" v="180" actId="207"/>
          <ac:spMkLst>
            <pc:docMk/>
            <pc:sldMk cId="3140339783" sldId="266"/>
            <ac:spMk id="11" creationId="{CE9F97C8-AD36-96C0-7725-6CB47CFFCFBE}"/>
          </ac:spMkLst>
        </pc:spChg>
        <pc:spChg chg="add mod">
          <ac:chgData name="Botond Szemes" userId="9ad5295e-c011-431e-9933-da85a69d50eb" providerId="ADAL" clId="{FE312727-2FF1-41BE-81FD-03C074F4A432}" dt="2026-03-31T13:56:45.787" v="183" actId="207"/>
          <ac:spMkLst>
            <pc:docMk/>
            <pc:sldMk cId="3140339783" sldId="266"/>
            <ac:spMk id="12" creationId="{E13B4ACD-DA87-68D1-DCAA-49ACED6ABF44}"/>
          </ac:spMkLst>
        </pc:spChg>
        <pc:spChg chg="add mod">
          <ac:chgData name="Botond Szemes" userId="9ad5295e-c011-431e-9933-da85a69d50eb" providerId="ADAL" clId="{FE312727-2FF1-41BE-81FD-03C074F4A432}" dt="2026-03-31T13:56:52.491" v="186" actId="207"/>
          <ac:spMkLst>
            <pc:docMk/>
            <pc:sldMk cId="3140339783" sldId="266"/>
            <ac:spMk id="13" creationId="{870D0256-1BF8-9A37-88DF-F1BB1B93D69E}"/>
          </ac:spMkLst>
        </pc:spChg>
        <pc:spChg chg="add mod">
          <ac:chgData name="Botond Szemes" userId="9ad5295e-c011-431e-9933-da85a69d50eb" providerId="ADAL" clId="{FE312727-2FF1-41BE-81FD-03C074F4A432}" dt="2026-03-31T13:56:58.808" v="189" actId="207"/>
          <ac:spMkLst>
            <pc:docMk/>
            <pc:sldMk cId="3140339783" sldId="266"/>
            <ac:spMk id="14" creationId="{F6C17D72-A3E3-AE0C-AB35-3E21762CC261}"/>
          </ac:spMkLst>
        </pc:spChg>
        <pc:spChg chg="add mod">
          <ac:chgData name="Botond Szemes" userId="9ad5295e-c011-431e-9933-da85a69d50eb" providerId="ADAL" clId="{FE312727-2FF1-41BE-81FD-03C074F4A432}" dt="2026-03-31T13:57:04.014" v="192" actId="207"/>
          <ac:spMkLst>
            <pc:docMk/>
            <pc:sldMk cId="3140339783" sldId="266"/>
            <ac:spMk id="15" creationId="{AE006D2C-913A-D2E9-6CB7-0B4BF8380D0E}"/>
          </ac:spMkLst>
        </pc:spChg>
        <pc:spChg chg="add mod">
          <ac:chgData name="Botond Szemes" userId="9ad5295e-c011-431e-9933-da85a69d50eb" providerId="ADAL" clId="{FE312727-2FF1-41BE-81FD-03C074F4A432}" dt="2026-03-31T13:57:08.815" v="195" actId="207"/>
          <ac:spMkLst>
            <pc:docMk/>
            <pc:sldMk cId="3140339783" sldId="266"/>
            <ac:spMk id="16" creationId="{B201843C-2589-64BB-8E61-5AB911430817}"/>
          </ac:spMkLst>
        </pc:spChg>
        <pc:spChg chg="add mod">
          <ac:chgData name="Botond Szemes" userId="9ad5295e-c011-431e-9933-da85a69d50eb" providerId="ADAL" clId="{FE312727-2FF1-41BE-81FD-03C074F4A432}" dt="2026-03-31T14:41:31.318" v="510" actId="20577"/>
          <ac:spMkLst>
            <pc:docMk/>
            <pc:sldMk cId="3140339783" sldId="266"/>
            <ac:spMk id="17" creationId="{B5931919-0289-5AF4-EF15-90160C902059}"/>
          </ac:spMkLst>
        </pc:spChg>
        <pc:spChg chg="add mod">
          <ac:chgData name="Botond Szemes" userId="9ad5295e-c011-431e-9933-da85a69d50eb" providerId="ADAL" clId="{FE312727-2FF1-41BE-81FD-03C074F4A432}" dt="2026-04-06T21:03:28.084" v="1061" actId="20577"/>
          <ac:spMkLst>
            <pc:docMk/>
            <pc:sldMk cId="3140339783" sldId="266"/>
            <ac:spMk id="20" creationId="{392F27E5-F9CE-8100-2D2A-370C39DD9F46}"/>
          </ac:spMkLst>
        </pc:spChg>
        <pc:spChg chg="add mod">
          <ac:chgData name="Botond Szemes" userId="9ad5295e-c011-431e-9933-da85a69d50eb" providerId="ADAL" clId="{FE312727-2FF1-41BE-81FD-03C074F4A432}" dt="2026-03-31T14:41:24.735" v="506" actId="1076"/>
          <ac:spMkLst>
            <pc:docMk/>
            <pc:sldMk cId="3140339783" sldId="266"/>
            <ac:spMk id="21" creationId="{49798EC7-67FA-54F2-7866-3014247E2AB6}"/>
          </ac:spMkLst>
        </pc:spChg>
        <pc:spChg chg="add mod">
          <ac:chgData name="Botond Szemes" userId="9ad5295e-c011-431e-9933-da85a69d50eb" providerId="ADAL" clId="{FE312727-2FF1-41BE-81FD-03C074F4A432}" dt="2026-03-31T14:39:23.760" v="486" actId="20577"/>
          <ac:spMkLst>
            <pc:docMk/>
            <pc:sldMk cId="3140339783" sldId="266"/>
            <ac:spMk id="22" creationId="{7E546030-3E4B-FE2A-481F-7937ADF5109C}"/>
          </ac:spMkLst>
        </pc:spChg>
        <pc:spChg chg="add del mod">
          <ac:chgData name="Botond Szemes" userId="9ad5295e-c011-431e-9933-da85a69d50eb" providerId="ADAL" clId="{FE312727-2FF1-41BE-81FD-03C074F4A432}" dt="2026-03-31T14:41:21.222" v="499" actId="20577"/>
          <ac:spMkLst>
            <pc:docMk/>
            <pc:sldMk cId="3140339783" sldId="266"/>
            <ac:spMk id="23" creationId="{BBC50E69-C58E-A7DA-64DC-050A464ED28F}"/>
          </ac:spMkLst>
        </pc:spChg>
        <pc:spChg chg="add del mod">
          <ac:chgData name="Botond Szemes" userId="9ad5295e-c011-431e-9933-da85a69d50eb" providerId="ADAL" clId="{FE312727-2FF1-41BE-81FD-03C074F4A432}" dt="2026-03-31T14:39:13.761" v="476" actId="20577"/>
          <ac:spMkLst>
            <pc:docMk/>
            <pc:sldMk cId="3140339783" sldId="266"/>
            <ac:spMk id="24" creationId="{3F339259-0539-F0DA-DA0F-EBDB90B58CF6}"/>
          </ac:spMkLst>
        </pc:spChg>
        <pc:spChg chg="add mod">
          <ac:chgData name="Botond Szemes" userId="9ad5295e-c011-431e-9933-da85a69d50eb" providerId="ADAL" clId="{FE312727-2FF1-41BE-81FD-03C074F4A432}" dt="2026-04-09T13:42:25.130" v="3034" actId="20577"/>
          <ac:spMkLst>
            <pc:docMk/>
            <pc:sldMk cId="3140339783" sldId="266"/>
            <ac:spMk id="41" creationId="{6502CB3B-329E-26CD-2241-C7545C880581}"/>
          </ac:spMkLst>
        </pc:spChg>
        <pc:picChg chg="add mod">
          <ac:chgData name="Botond Szemes" userId="9ad5295e-c011-431e-9933-da85a69d50eb" providerId="ADAL" clId="{FE312727-2FF1-41BE-81FD-03C074F4A432}" dt="2026-03-31T13:55:06.064" v="159" actId="207"/>
          <ac:picMkLst>
            <pc:docMk/>
            <pc:sldMk cId="3140339783" sldId="266"/>
            <ac:picMk id="4" creationId="{0DF2DD20-6958-858E-4599-D747B5934727}"/>
          </ac:picMkLst>
        </pc:picChg>
        <pc:cxnChg chg="add mod">
          <ac:chgData name="Botond Szemes" userId="9ad5295e-c011-431e-9933-da85a69d50eb" providerId="ADAL" clId="{FE312727-2FF1-41BE-81FD-03C074F4A432}" dt="2026-03-31T14:00:35.557" v="228" actId="1076"/>
          <ac:cxnSpMkLst>
            <pc:docMk/>
            <pc:sldMk cId="3140339783" sldId="266"/>
            <ac:cxnSpMk id="19" creationId="{ACFEF152-E12C-AE99-7969-0A607EAD5B87}"/>
          </ac:cxnSpMkLst>
        </pc:cxnChg>
        <pc:cxnChg chg="add mod">
          <ac:chgData name="Botond Szemes" userId="9ad5295e-c011-431e-9933-da85a69d50eb" providerId="ADAL" clId="{FE312727-2FF1-41BE-81FD-03C074F4A432}" dt="2026-03-31T14:00:41.597" v="231" actId="14100"/>
          <ac:cxnSpMkLst>
            <pc:docMk/>
            <pc:sldMk cId="3140339783" sldId="266"/>
            <ac:cxnSpMk id="27" creationId="{9A4452D8-3FA0-A0D0-8881-9AE2E0A6F380}"/>
          </ac:cxnSpMkLst>
        </pc:cxnChg>
        <pc:cxnChg chg="add mod">
          <ac:chgData name="Botond Szemes" userId="9ad5295e-c011-431e-9933-da85a69d50eb" providerId="ADAL" clId="{FE312727-2FF1-41BE-81FD-03C074F4A432}" dt="2026-03-31T14:00:51.799" v="235" actId="14100"/>
          <ac:cxnSpMkLst>
            <pc:docMk/>
            <pc:sldMk cId="3140339783" sldId="266"/>
            <ac:cxnSpMk id="30" creationId="{C62AEA28-85CD-F328-860D-8E3AA08D919A}"/>
          </ac:cxnSpMkLst>
        </pc:cxnChg>
        <pc:cxnChg chg="add mod">
          <ac:chgData name="Botond Szemes" userId="9ad5295e-c011-431e-9933-da85a69d50eb" providerId="ADAL" clId="{FE312727-2FF1-41BE-81FD-03C074F4A432}" dt="2026-03-31T14:01:03.776" v="238" actId="14100"/>
          <ac:cxnSpMkLst>
            <pc:docMk/>
            <pc:sldMk cId="3140339783" sldId="266"/>
            <ac:cxnSpMk id="32" creationId="{E0B58686-D3FD-8579-315F-A901E887A52C}"/>
          </ac:cxnSpMkLst>
        </pc:cxnChg>
        <pc:cxnChg chg="add mod">
          <ac:chgData name="Botond Szemes" userId="9ad5295e-c011-431e-9933-da85a69d50eb" providerId="ADAL" clId="{FE312727-2FF1-41BE-81FD-03C074F4A432}" dt="2026-03-31T14:01:13.874" v="241" actId="14100"/>
          <ac:cxnSpMkLst>
            <pc:docMk/>
            <pc:sldMk cId="3140339783" sldId="266"/>
            <ac:cxnSpMk id="35" creationId="{C0E81DA3-652C-1658-D84A-86489CF6C1FA}"/>
          </ac:cxnSpMkLst>
        </pc:cxnChg>
        <pc:cxnChg chg="add mod">
          <ac:chgData name="Botond Szemes" userId="9ad5295e-c011-431e-9933-da85a69d50eb" providerId="ADAL" clId="{FE312727-2FF1-41BE-81FD-03C074F4A432}" dt="2026-03-31T14:01:20.219" v="244" actId="14100"/>
          <ac:cxnSpMkLst>
            <pc:docMk/>
            <pc:sldMk cId="3140339783" sldId="266"/>
            <ac:cxnSpMk id="38" creationId="{29712965-1378-E2EC-6E4A-D500C5119AC4}"/>
          </ac:cxnSpMkLst>
        </pc:cxnChg>
      </pc:sldChg>
      <pc:sldChg chg="addSp delSp modSp new mod delAnim modAnim">
        <pc:chgData name="Botond Szemes" userId="9ad5295e-c011-431e-9933-da85a69d50eb" providerId="ADAL" clId="{FE312727-2FF1-41BE-81FD-03C074F4A432}" dt="2026-04-09T13:44:36.435" v="3052" actId="20577"/>
        <pc:sldMkLst>
          <pc:docMk/>
          <pc:sldMk cId="487404323" sldId="268"/>
        </pc:sldMkLst>
        <pc:spChg chg="add mod">
          <ac:chgData name="Botond Szemes" userId="9ad5295e-c011-431e-9933-da85a69d50eb" providerId="ADAL" clId="{FE312727-2FF1-41BE-81FD-03C074F4A432}" dt="2026-04-01T06:44:59.764" v="745" actId="207"/>
          <ac:spMkLst>
            <pc:docMk/>
            <pc:sldMk cId="487404323" sldId="268"/>
            <ac:spMk id="24" creationId="{FB98671C-4CEA-FA31-78FB-B3AE54C3D7D8}"/>
          </ac:spMkLst>
        </pc:spChg>
        <pc:spChg chg="add mod">
          <ac:chgData name="Botond Szemes" userId="9ad5295e-c011-431e-9933-da85a69d50eb" providerId="ADAL" clId="{FE312727-2FF1-41BE-81FD-03C074F4A432}" dt="2026-04-01T06:46:32.927" v="752" actId="1076"/>
          <ac:spMkLst>
            <pc:docMk/>
            <pc:sldMk cId="487404323" sldId="268"/>
            <ac:spMk id="25" creationId="{70748E0E-1B8C-F4F8-F24E-E8B1649BE9DC}"/>
          </ac:spMkLst>
        </pc:spChg>
        <pc:spChg chg="add mod">
          <ac:chgData name="Botond Szemes" userId="9ad5295e-c011-431e-9933-da85a69d50eb" providerId="ADAL" clId="{FE312727-2FF1-41BE-81FD-03C074F4A432}" dt="2026-04-01T06:46:37.888" v="754" actId="1076"/>
          <ac:spMkLst>
            <pc:docMk/>
            <pc:sldMk cId="487404323" sldId="268"/>
            <ac:spMk id="26" creationId="{B65D9D72-B50B-4DA7-5AD6-E4A1944B7F85}"/>
          </ac:spMkLst>
        </pc:spChg>
        <pc:spChg chg="add mod">
          <ac:chgData name="Botond Szemes" userId="9ad5295e-c011-431e-9933-da85a69d50eb" providerId="ADAL" clId="{FE312727-2FF1-41BE-81FD-03C074F4A432}" dt="2026-04-01T06:46:41.312" v="756" actId="1076"/>
          <ac:spMkLst>
            <pc:docMk/>
            <pc:sldMk cId="487404323" sldId="268"/>
            <ac:spMk id="27" creationId="{19277F9F-BB50-E10B-CF24-93243B8ABEE4}"/>
          </ac:spMkLst>
        </pc:spChg>
        <pc:spChg chg="add mod">
          <ac:chgData name="Botond Szemes" userId="9ad5295e-c011-431e-9933-da85a69d50eb" providerId="ADAL" clId="{FE312727-2FF1-41BE-81FD-03C074F4A432}" dt="2026-04-09T13:44:36.435" v="3052" actId="20577"/>
          <ac:spMkLst>
            <pc:docMk/>
            <pc:sldMk cId="487404323" sldId="268"/>
            <ac:spMk id="30" creationId="{D54127B0-42F0-6102-80A6-F397DB2EBA5D}"/>
          </ac:spMkLst>
        </pc:spChg>
        <pc:picChg chg="add mod">
          <ac:chgData name="Botond Szemes" userId="9ad5295e-c011-431e-9933-da85a69d50eb" providerId="ADAL" clId="{FE312727-2FF1-41BE-81FD-03C074F4A432}" dt="2026-04-01T06:38:20.884" v="694" actId="1076"/>
          <ac:picMkLst>
            <pc:docMk/>
            <pc:sldMk cId="487404323" sldId="268"/>
            <ac:picMk id="4" creationId="{B6E82888-A23C-3CAF-1DCF-115AB17A6805}"/>
          </ac:picMkLst>
        </pc:picChg>
        <pc:cxnChg chg="add mod">
          <ac:chgData name="Botond Szemes" userId="9ad5295e-c011-431e-9933-da85a69d50eb" providerId="ADAL" clId="{FE312727-2FF1-41BE-81FD-03C074F4A432}" dt="2026-04-09T13:44:06.850" v="3037" actId="14100"/>
          <ac:cxnSpMkLst>
            <pc:docMk/>
            <pc:sldMk cId="487404323" sldId="268"/>
            <ac:cxnSpMk id="2" creationId="{19977007-8A8B-6241-46D9-4684C864CFB9}"/>
          </ac:cxnSpMkLst>
        </pc:cxnChg>
        <pc:cxnChg chg="add mod">
          <ac:chgData name="Botond Szemes" userId="9ad5295e-c011-431e-9933-da85a69d50eb" providerId="ADAL" clId="{FE312727-2FF1-41BE-81FD-03C074F4A432}" dt="2026-04-01T06:38:36.457" v="697" actId="1582"/>
          <ac:cxnSpMkLst>
            <pc:docMk/>
            <pc:sldMk cId="487404323" sldId="268"/>
            <ac:cxnSpMk id="6" creationId="{76EF546F-46BD-08E2-8056-9DF248A40430}"/>
          </ac:cxnSpMkLst>
        </pc:cxnChg>
        <pc:cxnChg chg="add mod">
          <ac:chgData name="Botond Szemes" userId="9ad5295e-c011-431e-9933-da85a69d50eb" providerId="ADAL" clId="{FE312727-2FF1-41BE-81FD-03C074F4A432}" dt="2026-04-09T13:44:17.605" v="3040" actId="14100"/>
          <ac:cxnSpMkLst>
            <pc:docMk/>
            <pc:sldMk cId="487404323" sldId="268"/>
            <ac:cxnSpMk id="7" creationId="{7824BE32-6CAE-42A2-4780-3F3D326091E6}"/>
          </ac:cxnSpMkLst>
        </pc:cxnChg>
        <pc:cxnChg chg="add mod">
          <ac:chgData name="Botond Szemes" userId="9ad5295e-c011-431e-9933-da85a69d50eb" providerId="ADAL" clId="{FE312727-2FF1-41BE-81FD-03C074F4A432}" dt="2026-04-01T06:39:39.679" v="717" actId="14100"/>
          <ac:cxnSpMkLst>
            <pc:docMk/>
            <pc:sldMk cId="487404323" sldId="268"/>
            <ac:cxnSpMk id="10" creationId="{B632C51A-730D-3FE5-98D5-7EA3260CF954}"/>
          </ac:cxnSpMkLst>
        </pc:cxnChg>
        <pc:cxnChg chg="add mod">
          <ac:chgData name="Botond Szemes" userId="9ad5295e-c011-431e-9933-da85a69d50eb" providerId="ADAL" clId="{FE312727-2FF1-41BE-81FD-03C074F4A432}" dt="2026-04-01T06:39:34.848" v="715" actId="14100"/>
          <ac:cxnSpMkLst>
            <pc:docMk/>
            <pc:sldMk cId="487404323" sldId="268"/>
            <ac:cxnSpMk id="13" creationId="{F6786925-D239-1AA8-2AD6-153E38EBC1B2}"/>
          </ac:cxnSpMkLst>
        </pc:cxnChg>
        <pc:cxnChg chg="add mod">
          <ac:chgData name="Botond Szemes" userId="9ad5295e-c011-431e-9933-da85a69d50eb" providerId="ADAL" clId="{FE312727-2FF1-41BE-81FD-03C074F4A432}" dt="2026-04-01T06:39:29.210" v="713" actId="14100"/>
          <ac:cxnSpMkLst>
            <pc:docMk/>
            <pc:sldMk cId="487404323" sldId="268"/>
            <ac:cxnSpMk id="15" creationId="{D582AA53-AF71-9AA8-3DF4-088B34D6BDD3}"/>
          </ac:cxnSpMkLst>
        </pc:cxnChg>
      </pc:sldChg>
      <pc:sldChg chg="addSp delSp modSp new mod delAnim modAnim">
        <pc:chgData name="Botond Szemes" userId="9ad5295e-c011-431e-9933-da85a69d50eb" providerId="ADAL" clId="{FE312727-2FF1-41BE-81FD-03C074F4A432}" dt="2026-04-08T11:50:03.719" v="2807" actId="113"/>
        <pc:sldMkLst>
          <pc:docMk/>
          <pc:sldMk cId="1178964941" sldId="270"/>
        </pc:sldMkLst>
        <pc:spChg chg="mod">
          <ac:chgData name="Botond Szemes" userId="9ad5295e-c011-431e-9933-da85a69d50eb" providerId="ADAL" clId="{FE312727-2FF1-41BE-81FD-03C074F4A432}" dt="2026-04-08T10:20:36.198" v="1790" actId="20577"/>
          <ac:spMkLst>
            <pc:docMk/>
            <pc:sldMk cId="1178964941" sldId="270"/>
            <ac:spMk id="2" creationId="{F49D72DB-848C-AC28-8B37-D030B6EEE7BA}"/>
          </ac:spMkLst>
        </pc:spChg>
        <pc:spChg chg="mod">
          <ac:chgData name="Botond Szemes" userId="9ad5295e-c011-431e-9933-da85a69d50eb" providerId="ADAL" clId="{FE312727-2FF1-41BE-81FD-03C074F4A432}" dt="2026-04-08T11:50:03.719" v="2807" actId="113"/>
          <ac:spMkLst>
            <pc:docMk/>
            <pc:sldMk cId="1178964941" sldId="270"/>
            <ac:spMk id="3" creationId="{2A282858-0A7B-27DA-C7F8-637D3ADCF131}"/>
          </ac:spMkLst>
        </pc:spChg>
      </pc:sldChg>
      <pc:sldChg chg="addSp delSp modSp new mod">
        <pc:chgData name="Botond Szemes" userId="9ad5295e-c011-431e-9933-da85a69d50eb" providerId="ADAL" clId="{FE312727-2FF1-41BE-81FD-03C074F4A432}" dt="2026-04-08T07:06:12.760" v="1091" actId="14100"/>
        <pc:sldMkLst>
          <pc:docMk/>
          <pc:sldMk cId="2175576548" sldId="271"/>
        </pc:sldMkLst>
        <pc:picChg chg="add mod">
          <ac:chgData name="Botond Szemes" userId="9ad5295e-c011-431e-9933-da85a69d50eb" providerId="ADAL" clId="{FE312727-2FF1-41BE-81FD-03C074F4A432}" dt="2026-04-08T07:06:12.760" v="1091" actId="14100"/>
          <ac:picMkLst>
            <pc:docMk/>
            <pc:sldMk cId="2175576548" sldId="271"/>
            <ac:picMk id="9" creationId="{C37C60E4-BE7C-D41B-A761-27447E422638}"/>
          </ac:picMkLst>
        </pc:picChg>
      </pc:sldChg>
      <pc:sldChg chg="addSp delSp modSp new mod">
        <pc:chgData name="Botond Szemes" userId="9ad5295e-c011-431e-9933-da85a69d50eb" providerId="ADAL" clId="{FE312727-2FF1-41BE-81FD-03C074F4A432}" dt="2026-04-02T12:18:51.648" v="941" actId="1076"/>
        <pc:sldMkLst>
          <pc:docMk/>
          <pc:sldMk cId="3849944829" sldId="272"/>
        </pc:sldMkLst>
        <pc:picChg chg="add mod">
          <ac:chgData name="Botond Szemes" userId="9ad5295e-c011-431e-9933-da85a69d50eb" providerId="ADAL" clId="{FE312727-2FF1-41BE-81FD-03C074F4A432}" dt="2026-04-02T12:18:51.648" v="941" actId="1076"/>
          <ac:picMkLst>
            <pc:docMk/>
            <pc:sldMk cId="3849944829" sldId="272"/>
            <ac:picMk id="5" creationId="{CEB4135B-CC57-11B0-8158-6E2E45C2249F}"/>
          </ac:picMkLst>
        </pc:picChg>
      </pc:sldChg>
      <pc:sldChg chg="addSp delSp modSp new mod delAnim modAnim">
        <pc:chgData name="Botond Szemes" userId="9ad5295e-c011-431e-9933-da85a69d50eb" providerId="ADAL" clId="{FE312727-2FF1-41BE-81FD-03C074F4A432}" dt="2026-04-08T10:34:08.419" v="1966"/>
        <pc:sldMkLst>
          <pc:docMk/>
          <pc:sldMk cId="209268320" sldId="273"/>
        </pc:sldMkLst>
        <pc:spChg chg="add mod">
          <ac:chgData name="Botond Szemes" userId="9ad5295e-c011-431e-9933-da85a69d50eb" providerId="ADAL" clId="{FE312727-2FF1-41BE-81FD-03C074F4A432}" dt="2026-04-02T12:32:09.612" v="989" actId="1076"/>
          <ac:spMkLst>
            <pc:docMk/>
            <pc:sldMk cId="209268320" sldId="273"/>
            <ac:spMk id="7" creationId="{4A4F5024-E7D2-9281-F937-9F90C924D2EF}"/>
          </ac:spMkLst>
        </pc:spChg>
        <pc:spChg chg="add mod">
          <ac:chgData name="Botond Szemes" userId="9ad5295e-c011-431e-9933-da85a69d50eb" providerId="ADAL" clId="{FE312727-2FF1-41BE-81FD-03C074F4A432}" dt="2026-04-02T12:32:17.997" v="991" actId="1076"/>
          <ac:spMkLst>
            <pc:docMk/>
            <pc:sldMk cId="209268320" sldId="273"/>
            <ac:spMk id="8" creationId="{2E91BF3B-F3A5-4C2A-678C-5B3D421766B0}"/>
          </ac:spMkLst>
        </pc:spChg>
        <pc:spChg chg="add mod">
          <ac:chgData name="Botond Szemes" userId="9ad5295e-c011-431e-9933-da85a69d50eb" providerId="ADAL" clId="{FE312727-2FF1-41BE-81FD-03C074F4A432}" dt="2026-04-02T12:32:22.984" v="994" actId="207"/>
          <ac:spMkLst>
            <pc:docMk/>
            <pc:sldMk cId="209268320" sldId="273"/>
            <ac:spMk id="9" creationId="{39EE4BF4-F308-EA27-08ED-E7C3226773EA}"/>
          </ac:spMkLst>
        </pc:spChg>
        <pc:spChg chg="add mod">
          <ac:chgData name="Botond Szemes" userId="9ad5295e-c011-431e-9933-da85a69d50eb" providerId="ADAL" clId="{FE312727-2FF1-41BE-81FD-03C074F4A432}" dt="2026-04-02T12:33:22.112" v="1000" actId="1076"/>
          <ac:spMkLst>
            <pc:docMk/>
            <pc:sldMk cId="209268320" sldId="273"/>
            <ac:spMk id="11" creationId="{A1C9926E-894B-BFA4-8975-17C6383F61C9}"/>
          </ac:spMkLst>
        </pc:spChg>
        <pc:spChg chg="add mod">
          <ac:chgData name="Botond Szemes" userId="9ad5295e-c011-431e-9933-da85a69d50eb" providerId="ADAL" clId="{FE312727-2FF1-41BE-81FD-03C074F4A432}" dt="2026-04-02T12:33:55.629" v="1016" actId="1076"/>
          <ac:spMkLst>
            <pc:docMk/>
            <pc:sldMk cId="209268320" sldId="273"/>
            <ac:spMk id="12" creationId="{AD73E583-DEE1-1918-E893-B1E0C9DEC581}"/>
          </ac:spMkLst>
        </pc:spChg>
        <pc:picChg chg="add mod">
          <ac:chgData name="Botond Szemes" userId="9ad5295e-c011-431e-9933-da85a69d50eb" providerId="ADAL" clId="{FE312727-2FF1-41BE-81FD-03C074F4A432}" dt="2026-04-02T12:33:52.998" v="1015" actId="1076"/>
          <ac:picMkLst>
            <pc:docMk/>
            <pc:sldMk cId="209268320" sldId="273"/>
            <ac:picMk id="6" creationId="{C87D4801-2E35-2C21-282A-765D928BF433}"/>
          </ac:picMkLst>
        </pc:picChg>
        <pc:cxnChg chg="add mod">
          <ac:chgData name="Botond Szemes" userId="9ad5295e-c011-431e-9933-da85a69d50eb" providerId="ADAL" clId="{FE312727-2FF1-41BE-81FD-03C074F4A432}" dt="2026-04-08T10:33:08.533" v="1948" actId="1582"/>
          <ac:cxnSpMkLst>
            <pc:docMk/>
            <pc:sldMk cId="209268320" sldId="273"/>
            <ac:cxnSpMk id="14" creationId="{4E5F745A-C035-9B85-9B64-1483A45463BE}"/>
          </ac:cxnSpMkLst>
        </pc:cxnChg>
        <pc:cxnChg chg="add mod">
          <ac:chgData name="Botond Szemes" userId="9ad5295e-c011-431e-9933-da85a69d50eb" providerId="ADAL" clId="{FE312727-2FF1-41BE-81FD-03C074F4A432}" dt="2026-04-08T10:33:20.837" v="1953" actId="14100"/>
          <ac:cxnSpMkLst>
            <pc:docMk/>
            <pc:sldMk cId="209268320" sldId="273"/>
            <ac:cxnSpMk id="15" creationId="{ADF7540E-21DE-8BC3-EA68-DFA7429CAAF1}"/>
          </ac:cxnSpMkLst>
        </pc:cxnChg>
        <pc:cxnChg chg="add mod">
          <ac:chgData name="Botond Szemes" userId="9ad5295e-c011-431e-9933-da85a69d50eb" providerId="ADAL" clId="{FE312727-2FF1-41BE-81FD-03C074F4A432}" dt="2026-04-08T10:33:48.842" v="1958" actId="14100"/>
          <ac:cxnSpMkLst>
            <pc:docMk/>
            <pc:sldMk cId="209268320" sldId="273"/>
            <ac:cxnSpMk id="19" creationId="{CA17B459-0EF8-95A6-3AD9-B611302B6B89}"/>
          </ac:cxnSpMkLst>
        </pc:cxnChg>
        <pc:cxnChg chg="add mod">
          <ac:chgData name="Botond Szemes" userId="9ad5295e-c011-431e-9933-da85a69d50eb" providerId="ADAL" clId="{FE312727-2FF1-41BE-81FD-03C074F4A432}" dt="2026-04-08T10:33:57.083" v="1962" actId="14100"/>
          <ac:cxnSpMkLst>
            <pc:docMk/>
            <pc:sldMk cId="209268320" sldId="273"/>
            <ac:cxnSpMk id="21" creationId="{1C267D50-5EF5-0C10-C7FC-57B2FCD77E31}"/>
          </ac:cxnSpMkLst>
        </pc:cxnChg>
      </pc:sldChg>
      <pc:sldChg chg="addSp delSp modSp new mod delAnim modAnim">
        <pc:chgData name="Botond Szemes" userId="9ad5295e-c011-431e-9933-da85a69d50eb" providerId="ADAL" clId="{FE312727-2FF1-41BE-81FD-03C074F4A432}" dt="2026-04-09T13:40:40.846" v="3033" actId="20577"/>
        <pc:sldMkLst>
          <pc:docMk/>
          <pc:sldMk cId="1178464006" sldId="274"/>
        </pc:sldMkLst>
        <pc:spChg chg="add mod">
          <ac:chgData name="Botond Szemes" userId="9ad5295e-c011-431e-9933-da85a69d50eb" providerId="ADAL" clId="{FE312727-2FF1-41BE-81FD-03C074F4A432}" dt="2026-04-02T12:34:51.594" v="1028"/>
          <ac:spMkLst>
            <pc:docMk/>
            <pc:sldMk cId="1178464006" sldId="274"/>
            <ac:spMk id="5" creationId="{271AB564-0A29-31CA-4EC0-8B7B4543118D}"/>
          </ac:spMkLst>
        </pc:spChg>
        <pc:spChg chg="add mod">
          <ac:chgData name="Botond Szemes" userId="9ad5295e-c011-431e-9933-da85a69d50eb" providerId="ADAL" clId="{FE312727-2FF1-41BE-81FD-03C074F4A432}" dt="2026-04-08T07:10:19.162" v="1139" actId="207"/>
          <ac:spMkLst>
            <pc:docMk/>
            <pc:sldMk cId="1178464006" sldId="274"/>
            <ac:spMk id="16" creationId="{51E2459C-A993-A5F9-46EC-E1638C4CBFEA}"/>
          </ac:spMkLst>
        </pc:spChg>
        <pc:spChg chg="add mod">
          <ac:chgData name="Botond Szemes" userId="9ad5295e-c011-431e-9933-da85a69d50eb" providerId="ADAL" clId="{FE312727-2FF1-41BE-81FD-03C074F4A432}" dt="2026-04-08T07:10:19.162" v="1139" actId="207"/>
          <ac:spMkLst>
            <pc:docMk/>
            <pc:sldMk cId="1178464006" sldId="274"/>
            <ac:spMk id="17" creationId="{7E8B1D97-8376-A6D5-34B0-D2E8285A57C7}"/>
          </ac:spMkLst>
        </pc:spChg>
        <pc:spChg chg="add mod">
          <ac:chgData name="Botond Szemes" userId="9ad5295e-c011-431e-9933-da85a69d50eb" providerId="ADAL" clId="{FE312727-2FF1-41BE-81FD-03C074F4A432}" dt="2026-04-08T07:10:42.075" v="1144" actId="1076"/>
          <ac:spMkLst>
            <pc:docMk/>
            <pc:sldMk cId="1178464006" sldId="274"/>
            <ac:spMk id="18" creationId="{141F454D-5752-858D-7A4C-BEE5EF368B23}"/>
          </ac:spMkLst>
        </pc:spChg>
        <pc:spChg chg="add mod">
          <ac:chgData name="Botond Szemes" userId="9ad5295e-c011-431e-9933-da85a69d50eb" providerId="ADAL" clId="{FE312727-2FF1-41BE-81FD-03C074F4A432}" dt="2026-04-08T07:10:39.355" v="1143" actId="1076"/>
          <ac:spMkLst>
            <pc:docMk/>
            <pc:sldMk cId="1178464006" sldId="274"/>
            <ac:spMk id="19" creationId="{D62E765A-7532-7E2B-DEDB-243BB76F9743}"/>
          </ac:spMkLst>
        </pc:spChg>
        <pc:spChg chg="add mod">
          <ac:chgData name="Botond Szemes" userId="9ad5295e-c011-431e-9933-da85a69d50eb" providerId="ADAL" clId="{FE312727-2FF1-41BE-81FD-03C074F4A432}" dt="2026-04-08T07:11:37.953" v="1157" actId="1076"/>
          <ac:spMkLst>
            <pc:docMk/>
            <pc:sldMk cId="1178464006" sldId="274"/>
            <ac:spMk id="26" creationId="{180837F6-BEAC-3941-7267-48D207E050C0}"/>
          </ac:spMkLst>
        </pc:spChg>
        <pc:spChg chg="add mod">
          <ac:chgData name="Botond Szemes" userId="9ad5295e-c011-431e-9933-da85a69d50eb" providerId="ADAL" clId="{FE312727-2FF1-41BE-81FD-03C074F4A432}" dt="2026-04-08T07:11:34.934" v="1156" actId="1076"/>
          <ac:spMkLst>
            <pc:docMk/>
            <pc:sldMk cId="1178464006" sldId="274"/>
            <ac:spMk id="27" creationId="{B4AF0347-FD48-391D-D168-C353093E1C7C}"/>
          </ac:spMkLst>
        </pc:spChg>
        <pc:spChg chg="add mod">
          <ac:chgData name="Botond Szemes" userId="9ad5295e-c011-431e-9933-da85a69d50eb" providerId="ADAL" clId="{FE312727-2FF1-41BE-81FD-03C074F4A432}" dt="2026-04-08T07:11:57.574" v="1161" actId="1076"/>
          <ac:spMkLst>
            <pc:docMk/>
            <pc:sldMk cId="1178464006" sldId="274"/>
            <ac:spMk id="28" creationId="{9722598B-6941-E329-67B7-4A7EA761D007}"/>
          </ac:spMkLst>
        </pc:spChg>
        <pc:spChg chg="add mod">
          <ac:chgData name="Botond Szemes" userId="9ad5295e-c011-431e-9933-da85a69d50eb" providerId="ADAL" clId="{FE312727-2FF1-41BE-81FD-03C074F4A432}" dt="2026-04-08T07:12:00.689" v="1162" actId="1076"/>
          <ac:spMkLst>
            <pc:docMk/>
            <pc:sldMk cId="1178464006" sldId="274"/>
            <ac:spMk id="29" creationId="{23F4C3D3-5E31-3C4D-1341-9C0641130A0C}"/>
          </ac:spMkLst>
        </pc:spChg>
        <pc:spChg chg="add mod">
          <ac:chgData name="Botond Szemes" userId="9ad5295e-c011-431e-9933-da85a69d50eb" providerId="ADAL" clId="{FE312727-2FF1-41BE-81FD-03C074F4A432}" dt="2026-04-08T07:12:34.761" v="1169" actId="1076"/>
          <ac:spMkLst>
            <pc:docMk/>
            <pc:sldMk cId="1178464006" sldId="274"/>
            <ac:spMk id="30" creationId="{88C3D3FF-44FC-53DE-00EB-547A1BCE3091}"/>
          </ac:spMkLst>
        </pc:spChg>
        <pc:spChg chg="add mod">
          <ac:chgData name="Botond Szemes" userId="9ad5295e-c011-431e-9933-da85a69d50eb" providerId="ADAL" clId="{FE312727-2FF1-41BE-81FD-03C074F4A432}" dt="2026-04-08T07:12:37.045" v="1170" actId="1076"/>
          <ac:spMkLst>
            <pc:docMk/>
            <pc:sldMk cId="1178464006" sldId="274"/>
            <ac:spMk id="31" creationId="{0684EF67-85FE-B4B9-94B7-8CBAC6D3DC71}"/>
          </ac:spMkLst>
        </pc:spChg>
        <pc:spChg chg="add mod">
          <ac:chgData name="Botond Szemes" userId="9ad5295e-c011-431e-9933-da85a69d50eb" providerId="ADAL" clId="{FE312727-2FF1-41BE-81FD-03C074F4A432}" dt="2026-04-08T07:12:57.560" v="1175" actId="1076"/>
          <ac:spMkLst>
            <pc:docMk/>
            <pc:sldMk cId="1178464006" sldId="274"/>
            <ac:spMk id="32" creationId="{B465725D-D8A6-3955-9471-D1F55DC318DD}"/>
          </ac:spMkLst>
        </pc:spChg>
        <pc:spChg chg="add mod">
          <ac:chgData name="Botond Szemes" userId="9ad5295e-c011-431e-9933-da85a69d50eb" providerId="ADAL" clId="{FE312727-2FF1-41BE-81FD-03C074F4A432}" dt="2026-04-08T07:12:54.597" v="1174" actId="1076"/>
          <ac:spMkLst>
            <pc:docMk/>
            <pc:sldMk cId="1178464006" sldId="274"/>
            <ac:spMk id="33" creationId="{07570229-3980-AE53-F6C3-52221CDE6218}"/>
          </ac:spMkLst>
        </pc:spChg>
        <pc:spChg chg="add mod">
          <ac:chgData name="Botond Szemes" userId="9ad5295e-c011-431e-9933-da85a69d50eb" providerId="ADAL" clId="{FE312727-2FF1-41BE-81FD-03C074F4A432}" dt="2026-04-08T07:14:01.324" v="1177" actId="1076"/>
          <ac:spMkLst>
            <pc:docMk/>
            <pc:sldMk cId="1178464006" sldId="274"/>
            <ac:spMk id="34" creationId="{EC264792-3808-FA83-535A-CE9768D7BF1A}"/>
          </ac:spMkLst>
        </pc:spChg>
        <pc:spChg chg="add mod">
          <ac:chgData name="Botond Szemes" userId="9ad5295e-c011-431e-9933-da85a69d50eb" providerId="ADAL" clId="{FE312727-2FF1-41BE-81FD-03C074F4A432}" dt="2026-04-09T13:40:40.846" v="3033" actId="20577"/>
          <ac:spMkLst>
            <pc:docMk/>
            <pc:sldMk cId="1178464006" sldId="274"/>
            <ac:spMk id="35" creationId="{03EF4AE3-F965-2067-B2E4-7BF5BCC06452}"/>
          </ac:spMkLst>
        </pc:spChg>
        <pc:picChg chg="add mod">
          <ac:chgData name="Botond Szemes" userId="9ad5295e-c011-431e-9933-da85a69d50eb" providerId="ADAL" clId="{FE312727-2FF1-41BE-81FD-03C074F4A432}" dt="2026-04-08T07:14:04.286" v="1179" actId="1076"/>
          <ac:picMkLst>
            <pc:docMk/>
            <pc:sldMk cId="1178464006" sldId="274"/>
            <ac:picMk id="4" creationId="{BB38BD42-2324-979B-3B72-C37C8A213D96}"/>
          </ac:picMkLst>
        </pc:picChg>
      </pc:sldChg>
      <pc:sldChg chg="modSp new mod modAnim">
        <pc:chgData name="Botond Szemes" userId="9ad5295e-c011-431e-9933-da85a69d50eb" providerId="ADAL" clId="{FE312727-2FF1-41BE-81FD-03C074F4A432}" dt="2026-04-09T07:52:44.517" v="2948" actId="20577"/>
        <pc:sldMkLst>
          <pc:docMk/>
          <pc:sldMk cId="165144202" sldId="275"/>
        </pc:sldMkLst>
        <pc:spChg chg="mod">
          <ac:chgData name="Botond Szemes" userId="9ad5295e-c011-431e-9933-da85a69d50eb" providerId="ADAL" clId="{FE312727-2FF1-41BE-81FD-03C074F4A432}" dt="2026-04-09T07:52:44.517" v="2948" actId="20577"/>
          <ac:spMkLst>
            <pc:docMk/>
            <pc:sldMk cId="165144202" sldId="275"/>
            <ac:spMk id="2" creationId="{1F5F89EA-9700-BE54-3CDB-3B7218827862}"/>
          </ac:spMkLst>
        </pc:spChg>
        <pc:spChg chg="mod">
          <ac:chgData name="Botond Szemes" userId="9ad5295e-c011-431e-9933-da85a69d50eb" providerId="ADAL" clId="{FE312727-2FF1-41BE-81FD-03C074F4A432}" dt="2026-04-08T07:16:51.500" v="1214" actId="5793"/>
          <ac:spMkLst>
            <pc:docMk/>
            <pc:sldMk cId="165144202" sldId="275"/>
            <ac:spMk id="3" creationId="{3A6D2082-91AF-7200-3528-396FACDA70A6}"/>
          </ac:spMkLst>
        </pc:spChg>
      </pc:sldChg>
      <pc:sldChg chg="addSp delSp modSp new mod">
        <pc:chgData name="Botond Szemes" userId="9ad5295e-c011-431e-9933-da85a69d50eb" providerId="ADAL" clId="{FE312727-2FF1-41BE-81FD-03C074F4A432}" dt="2026-04-08T07:19:35.104" v="1227" actId="14100"/>
        <pc:sldMkLst>
          <pc:docMk/>
          <pc:sldMk cId="1852049201" sldId="276"/>
        </pc:sldMkLst>
        <pc:picChg chg="add mod">
          <ac:chgData name="Botond Szemes" userId="9ad5295e-c011-431e-9933-da85a69d50eb" providerId="ADAL" clId="{FE312727-2FF1-41BE-81FD-03C074F4A432}" dt="2026-04-08T07:19:35.104" v="1227" actId="14100"/>
          <ac:picMkLst>
            <pc:docMk/>
            <pc:sldMk cId="1852049201" sldId="276"/>
            <ac:picMk id="7" creationId="{E13E3D02-F7BC-CB67-272E-4516BE76FA30}"/>
          </ac:picMkLst>
        </pc:picChg>
      </pc:sldChg>
      <pc:sldChg chg="addSp delSp modSp new mod">
        <pc:chgData name="Botond Szemes" userId="9ad5295e-c011-431e-9933-da85a69d50eb" providerId="ADAL" clId="{FE312727-2FF1-41BE-81FD-03C074F4A432}" dt="2026-04-08T07:20:02.367" v="1232" actId="14100"/>
        <pc:sldMkLst>
          <pc:docMk/>
          <pc:sldMk cId="1150642488" sldId="277"/>
        </pc:sldMkLst>
        <pc:picChg chg="add mod">
          <ac:chgData name="Botond Szemes" userId="9ad5295e-c011-431e-9933-da85a69d50eb" providerId="ADAL" clId="{FE312727-2FF1-41BE-81FD-03C074F4A432}" dt="2026-04-08T07:20:02.367" v="1232" actId="14100"/>
          <ac:picMkLst>
            <pc:docMk/>
            <pc:sldMk cId="1150642488" sldId="277"/>
            <ac:picMk id="5" creationId="{BD1D443F-CAAB-62BF-10F8-8BCABC2B6204}"/>
          </ac:picMkLst>
        </pc:picChg>
      </pc:sldChg>
      <pc:sldChg chg="addSp delSp modSp new mod modAnim">
        <pc:chgData name="Botond Szemes" userId="9ad5295e-c011-431e-9933-da85a69d50eb" providerId="ADAL" clId="{FE312727-2FF1-41BE-81FD-03C074F4A432}" dt="2026-04-08T10:36:11.921" v="1967"/>
        <pc:sldMkLst>
          <pc:docMk/>
          <pc:sldMk cId="1272972110" sldId="278"/>
        </pc:sldMkLst>
        <pc:spChg chg="add mod">
          <ac:chgData name="Botond Szemes" userId="9ad5295e-c011-431e-9933-da85a69d50eb" providerId="ADAL" clId="{FE312727-2FF1-41BE-81FD-03C074F4A432}" dt="2026-04-08T07:20:38.428" v="1240" actId="1076"/>
          <ac:spMkLst>
            <pc:docMk/>
            <pc:sldMk cId="1272972110" sldId="278"/>
            <ac:spMk id="5" creationId="{9D4AB9B3-1D67-4FF6-CED2-B7595391AB52}"/>
          </ac:spMkLst>
        </pc:spChg>
        <pc:spChg chg="add mod">
          <ac:chgData name="Botond Szemes" userId="9ad5295e-c011-431e-9933-da85a69d50eb" providerId="ADAL" clId="{FE312727-2FF1-41BE-81FD-03C074F4A432}" dt="2026-04-08T07:22:24.146" v="1286" actId="20577"/>
          <ac:spMkLst>
            <pc:docMk/>
            <pc:sldMk cId="1272972110" sldId="278"/>
            <ac:spMk id="6" creationId="{7B008C41-8434-A983-3384-3216533E319F}"/>
          </ac:spMkLst>
        </pc:spChg>
        <pc:picChg chg="add mod">
          <ac:chgData name="Botond Szemes" userId="9ad5295e-c011-431e-9933-da85a69d50eb" providerId="ADAL" clId="{FE312727-2FF1-41BE-81FD-03C074F4A432}" dt="2026-04-08T07:20:34.463" v="1238" actId="14100"/>
          <ac:picMkLst>
            <pc:docMk/>
            <pc:sldMk cId="1272972110" sldId="278"/>
            <ac:picMk id="4" creationId="{EBE138AA-3A25-BEE1-DC55-113500D68183}"/>
          </ac:picMkLst>
        </pc:picChg>
      </pc:sldChg>
      <pc:sldChg chg="addSp delSp modSp new mod modAnim">
        <pc:chgData name="Botond Szemes" userId="9ad5295e-c011-431e-9933-da85a69d50eb" providerId="ADAL" clId="{FE312727-2FF1-41BE-81FD-03C074F4A432}" dt="2026-04-08T07:22:47.980" v="1292" actId="207"/>
        <pc:sldMkLst>
          <pc:docMk/>
          <pc:sldMk cId="4033085895" sldId="279"/>
        </pc:sldMkLst>
        <pc:spChg chg="add mod">
          <ac:chgData name="Botond Szemes" userId="9ad5295e-c011-431e-9933-da85a69d50eb" providerId="ADAL" clId="{FE312727-2FF1-41BE-81FD-03C074F4A432}" dt="2026-04-08T07:22:47.980" v="1292" actId="207"/>
          <ac:spMkLst>
            <pc:docMk/>
            <pc:sldMk cId="4033085895" sldId="279"/>
            <ac:spMk id="5" creationId="{9CAE3D5B-5099-E232-416F-8D53BA17DBC2}"/>
          </ac:spMkLst>
        </pc:spChg>
        <pc:picChg chg="add mod">
          <ac:chgData name="Botond Szemes" userId="9ad5295e-c011-431e-9933-da85a69d50eb" providerId="ADAL" clId="{FE312727-2FF1-41BE-81FD-03C074F4A432}" dt="2026-04-08T07:22:33.237" v="1289"/>
          <ac:picMkLst>
            <pc:docMk/>
            <pc:sldMk cId="4033085895" sldId="279"/>
            <ac:picMk id="4" creationId="{D2A94E24-C48B-EC08-4122-423AF549403A}"/>
          </ac:picMkLst>
        </pc:picChg>
      </pc:sldChg>
      <pc:sldChg chg="addSp delSp modSp add mod modAnim">
        <pc:chgData name="Botond Szemes" userId="9ad5295e-c011-431e-9933-da85a69d50eb" providerId="ADAL" clId="{FE312727-2FF1-41BE-81FD-03C074F4A432}" dt="2026-04-09T07:52:38.962" v="2946" actId="20577"/>
        <pc:sldMkLst>
          <pc:docMk/>
          <pc:sldMk cId="3880931728" sldId="280"/>
        </pc:sldMkLst>
        <pc:spChg chg="mod">
          <ac:chgData name="Botond Szemes" userId="9ad5295e-c011-431e-9933-da85a69d50eb" providerId="ADAL" clId="{FE312727-2FF1-41BE-81FD-03C074F4A432}" dt="2026-04-09T07:52:38.962" v="2946" actId="20577"/>
          <ac:spMkLst>
            <pc:docMk/>
            <pc:sldMk cId="3880931728" sldId="280"/>
            <ac:spMk id="2" creationId="{D4667A49-6695-4778-0CFA-540430704CE9}"/>
          </ac:spMkLst>
        </pc:spChg>
        <pc:spChg chg="mod">
          <ac:chgData name="Botond Szemes" userId="9ad5295e-c011-431e-9933-da85a69d50eb" providerId="ADAL" clId="{FE312727-2FF1-41BE-81FD-03C074F4A432}" dt="2026-04-08T10:37:51.591" v="1975" actId="20577"/>
          <ac:spMkLst>
            <pc:docMk/>
            <pc:sldMk cId="3880931728" sldId="280"/>
            <ac:spMk id="3" creationId="{AB30EADC-FE57-DD20-6575-EF9AC6007258}"/>
          </ac:spMkLst>
        </pc:spChg>
      </pc:sldChg>
      <pc:sldChg chg="addSp delSp modSp new mod">
        <pc:chgData name="Botond Szemes" userId="9ad5295e-c011-431e-9933-da85a69d50eb" providerId="ADAL" clId="{FE312727-2FF1-41BE-81FD-03C074F4A432}" dt="2026-04-08T07:45:58.001" v="1714" actId="478"/>
        <pc:sldMkLst>
          <pc:docMk/>
          <pc:sldMk cId="3362483747" sldId="281"/>
        </pc:sldMkLst>
        <pc:spChg chg="add mod">
          <ac:chgData name="Botond Szemes" userId="9ad5295e-c011-431e-9933-da85a69d50eb" providerId="ADAL" clId="{FE312727-2FF1-41BE-81FD-03C074F4A432}" dt="2026-04-08T07:34:22.298" v="1571" actId="255"/>
          <ac:spMkLst>
            <pc:docMk/>
            <pc:sldMk cId="3362483747" sldId="281"/>
            <ac:spMk id="6" creationId="{962C9EE2-0AA6-D966-1DB1-ACEE82C311CF}"/>
          </ac:spMkLst>
        </pc:spChg>
        <pc:spChg chg="add mod">
          <ac:chgData name="Botond Szemes" userId="9ad5295e-c011-431e-9933-da85a69d50eb" providerId="ADAL" clId="{FE312727-2FF1-41BE-81FD-03C074F4A432}" dt="2026-04-08T07:34:27.998" v="1573" actId="1076"/>
          <ac:spMkLst>
            <pc:docMk/>
            <pc:sldMk cId="3362483747" sldId="281"/>
            <ac:spMk id="7" creationId="{DA38C6BF-0037-42BD-5338-716F9ECD7029}"/>
          </ac:spMkLst>
        </pc:spChg>
        <pc:spChg chg="add mod">
          <ac:chgData name="Botond Szemes" userId="9ad5295e-c011-431e-9933-da85a69d50eb" providerId="ADAL" clId="{FE312727-2FF1-41BE-81FD-03C074F4A432}" dt="2026-04-08T07:34:32.869" v="1575" actId="1076"/>
          <ac:spMkLst>
            <pc:docMk/>
            <pc:sldMk cId="3362483747" sldId="281"/>
            <ac:spMk id="8" creationId="{627D10AF-C6C9-DCA1-6907-3CE966A992DF}"/>
          </ac:spMkLst>
        </pc:spChg>
        <pc:spChg chg="add mod">
          <ac:chgData name="Botond Szemes" userId="9ad5295e-c011-431e-9933-da85a69d50eb" providerId="ADAL" clId="{FE312727-2FF1-41BE-81FD-03C074F4A432}" dt="2026-04-08T07:34:41.502" v="1579" actId="1076"/>
          <ac:spMkLst>
            <pc:docMk/>
            <pc:sldMk cId="3362483747" sldId="281"/>
            <ac:spMk id="9" creationId="{13558EC3-63A1-303A-6ED6-FD42CBE282DD}"/>
          </ac:spMkLst>
        </pc:spChg>
        <pc:spChg chg="add mod">
          <ac:chgData name="Botond Szemes" userId="9ad5295e-c011-431e-9933-da85a69d50eb" providerId="ADAL" clId="{FE312727-2FF1-41BE-81FD-03C074F4A432}" dt="2026-04-08T07:34:45.384" v="1581" actId="1076"/>
          <ac:spMkLst>
            <pc:docMk/>
            <pc:sldMk cId="3362483747" sldId="281"/>
            <ac:spMk id="10" creationId="{83408224-4B9C-6658-60A5-F30A6059E26F}"/>
          </ac:spMkLst>
        </pc:spChg>
        <pc:spChg chg="add mod">
          <ac:chgData name="Botond Szemes" userId="9ad5295e-c011-431e-9933-da85a69d50eb" providerId="ADAL" clId="{FE312727-2FF1-41BE-81FD-03C074F4A432}" dt="2026-04-08T07:34:53.066" v="1585" actId="1076"/>
          <ac:spMkLst>
            <pc:docMk/>
            <pc:sldMk cId="3362483747" sldId="281"/>
            <ac:spMk id="11" creationId="{BF6E5177-2AED-4027-72BC-9199CEFE8879}"/>
          </ac:spMkLst>
        </pc:spChg>
        <pc:picChg chg="add mod">
          <ac:chgData name="Botond Szemes" userId="9ad5295e-c011-431e-9933-da85a69d50eb" providerId="ADAL" clId="{FE312727-2FF1-41BE-81FD-03C074F4A432}" dt="2026-04-08T07:34:49.031" v="1584" actId="1076"/>
          <ac:picMkLst>
            <pc:docMk/>
            <pc:sldMk cId="3362483747" sldId="281"/>
            <ac:picMk id="4" creationId="{18BA2F55-1E1B-8EA6-5FA7-15BEF509F16F}"/>
          </ac:picMkLst>
        </pc:picChg>
      </pc:sldChg>
      <pc:sldChg chg="addSp delSp modSp new mod">
        <pc:chgData name="Botond Szemes" userId="9ad5295e-c011-431e-9933-da85a69d50eb" providerId="ADAL" clId="{FE312727-2FF1-41BE-81FD-03C074F4A432}" dt="2026-04-08T07:36:28.292" v="1616" actId="20577"/>
        <pc:sldMkLst>
          <pc:docMk/>
          <pc:sldMk cId="1785113941" sldId="282"/>
        </pc:sldMkLst>
        <pc:spChg chg="add mod">
          <ac:chgData name="Botond Szemes" userId="9ad5295e-c011-431e-9933-da85a69d50eb" providerId="ADAL" clId="{FE312727-2FF1-41BE-81FD-03C074F4A432}" dt="2026-04-08T07:35:48.207" v="1598" actId="20577"/>
          <ac:spMkLst>
            <pc:docMk/>
            <pc:sldMk cId="1785113941" sldId="282"/>
            <ac:spMk id="9" creationId="{43554971-9B2B-E256-94BE-827854C03FCD}"/>
          </ac:spMkLst>
        </pc:spChg>
        <pc:spChg chg="add mod">
          <ac:chgData name="Botond Szemes" userId="9ad5295e-c011-431e-9933-da85a69d50eb" providerId="ADAL" clId="{FE312727-2FF1-41BE-81FD-03C074F4A432}" dt="2026-04-08T07:35:56.798" v="1601" actId="20577"/>
          <ac:spMkLst>
            <pc:docMk/>
            <pc:sldMk cId="1785113941" sldId="282"/>
            <ac:spMk id="10" creationId="{F9728A4A-F4A4-65F8-2758-95D3971FC333}"/>
          </ac:spMkLst>
        </pc:spChg>
        <pc:spChg chg="add mod">
          <ac:chgData name="Botond Szemes" userId="9ad5295e-c011-431e-9933-da85a69d50eb" providerId="ADAL" clId="{FE312727-2FF1-41BE-81FD-03C074F4A432}" dt="2026-04-08T07:36:03.907" v="1604" actId="20577"/>
          <ac:spMkLst>
            <pc:docMk/>
            <pc:sldMk cId="1785113941" sldId="282"/>
            <ac:spMk id="11" creationId="{6C26FCE8-EDB1-9A47-EF2A-6AF8FC5B09B6}"/>
          </ac:spMkLst>
        </pc:spChg>
        <pc:spChg chg="add mod">
          <ac:chgData name="Botond Szemes" userId="9ad5295e-c011-431e-9933-da85a69d50eb" providerId="ADAL" clId="{FE312727-2FF1-41BE-81FD-03C074F4A432}" dt="2026-04-08T07:36:14.267" v="1609" actId="20577"/>
          <ac:spMkLst>
            <pc:docMk/>
            <pc:sldMk cId="1785113941" sldId="282"/>
            <ac:spMk id="12" creationId="{8170B924-2488-2AB0-833C-8D4B9608BB32}"/>
          </ac:spMkLst>
        </pc:spChg>
        <pc:spChg chg="add mod">
          <ac:chgData name="Botond Szemes" userId="9ad5295e-c011-431e-9933-da85a69d50eb" providerId="ADAL" clId="{FE312727-2FF1-41BE-81FD-03C074F4A432}" dt="2026-04-08T07:36:22.471" v="1613" actId="20577"/>
          <ac:spMkLst>
            <pc:docMk/>
            <pc:sldMk cId="1785113941" sldId="282"/>
            <ac:spMk id="13" creationId="{03439C55-904A-DD03-5E32-0055D926ADF5}"/>
          </ac:spMkLst>
        </pc:spChg>
        <pc:spChg chg="add mod">
          <ac:chgData name="Botond Szemes" userId="9ad5295e-c011-431e-9933-da85a69d50eb" providerId="ADAL" clId="{FE312727-2FF1-41BE-81FD-03C074F4A432}" dt="2026-04-08T07:36:28.292" v="1616" actId="20577"/>
          <ac:spMkLst>
            <pc:docMk/>
            <pc:sldMk cId="1785113941" sldId="282"/>
            <ac:spMk id="14" creationId="{9C509748-7EE9-6C80-06CD-2AF75637C368}"/>
          </ac:spMkLst>
        </pc:spChg>
        <pc:picChg chg="add mod">
          <ac:chgData name="Botond Szemes" userId="9ad5295e-c011-431e-9933-da85a69d50eb" providerId="ADAL" clId="{FE312727-2FF1-41BE-81FD-03C074F4A432}" dt="2026-04-08T07:36:07.789" v="1607" actId="1076"/>
          <ac:picMkLst>
            <pc:docMk/>
            <pc:sldMk cId="1785113941" sldId="282"/>
            <ac:picMk id="4" creationId="{20B4DA5D-9CFB-8ECC-1621-9FED18BA73BC}"/>
          </ac:picMkLst>
        </pc:picChg>
      </pc:sldChg>
      <pc:sldChg chg="addSp modSp new mod">
        <pc:chgData name="Botond Szemes" userId="9ad5295e-c011-431e-9933-da85a69d50eb" providerId="ADAL" clId="{FE312727-2FF1-41BE-81FD-03C074F4A432}" dt="2026-04-08T07:37:33.999" v="1651" actId="1076"/>
        <pc:sldMkLst>
          <pc:docMk/>
          <pc:sldMk cId="2052950454" sldId="283"/>
        </pc:sldMkLst>
        <pc:spChg chg="add mod">
          <ac:chgData name="Botond Szemes" userId="9ad5295e-c011-431e-9933-da85a69d50eb" providerId="ADAL" clId="{FE312727-2FF1-41BE-81FD-03C074F4A432}" dt="2026-04-08T07:36:47.141" v="1624" actId="1076"/>
          <ac:spMkLst>
            <pc:docMk/>
            <pc:sldMk cId="2052950454" sldId="283"/>
            <ac:spMk id="5" creationId="{D0B39817-775F-6981-FB62-4DCA66BD077D}"/>
          </ac:spMkLst>
        </pc:spChg>
        <pc:spChg chg="add mod">
          <ac:chgData name="Botond Szemes" userId="9ad5295e-c011-431e-9933-da85a69d50eb" providerId="ADAL" clId="{FE312727-2FF1-41BE-81FD-03C074F4A432}" dt="2026-04-08T07:36:54.798" v="1630" actId="1076"/>
          <ac:spMkLst>
            <pc:docMk/>
            <pc:sldMk cId="2052950454" sldId="283"/>
            <ac:spMk id="6" creationId="{B6E4757D-3347-74C3-C05E-B345D611F984}"/>
          </ac:spMkLst>
        </pc:spChg>
        <pc:spChg chg="add mod">
          <ac:chgData name="Botond Szemes" userId="9ad5295e-c011-431e-9933-da85a69d50eb" providerId="ADAL" clId="{FE312727-2FF1-41BE-81FD-03C074F4A432}" dt="2026-04-08T07:37:16.543" v="1639" actId="14100"/>
          <ac:spMkLst>
            <pc:docMk/>
            <pc:sldMk cId="2052950454" sldId="283"/>
            <ac:spMk id="7" creationId="{F7E95379-5725-A136-EF61-F56FD6E01100}"/>
          </ac:spMkLst>
        </pc:spChg>
        <pc:spChg chg="add mod">
          <ac:chgData name="Botond Szemes" userId="9ad5295e-c011-431e-9933-da85a69d50eb" providerId="ADAL" clId="{FE312727-2FF1-41BE-81FD-03C074F4A432}" dt="2026-04-08T07:37:33.999" v="1651" actId="1076"/>
          <ac:spMkLst>
            <pc:docMk/>
            <pc:sldMk cId="2052950454" sldId="283"/>
            <ac:spMk id="8" creationId="{219E49A5-70AA-8D68-8C82-5BFA6E2946F9}"/>
          </ac:spMkLst>
        </pc:spChg>
        <pc:spChg chg="add mod">
          <ac:chgData name="Botond Szemes" userId="9ad5295e-c011-431e-9933-da85a69d50eb" providerId="ADAL" clId="{FE312727-2FF1-41BE-81FD-03C074F4A432}" dt="2026-04-08T07:37:22.445" v="1643" actId="20577"/>
          <ac:spMkLst>
            <pc:docMk/>
            <pc:sldMk cId="2052950454" sldId="283"/>
            <ac:spMk id="9" creationId="{CA42552C-B730-C8AC-9AC2-BA698CC0F056}"/>
          </ac:spMkLst>
        </pc:spChg>
        <pc:spChg chg="add mod">
          <ac:chgData name="Botond Szemes" userId="9ad5295e-c011-431e-9933-da85a69d50eb" providerId="ADAL" clId="{FE312727-2FF1-41BE-81FD-03C074F4A432}" dt="2026-04-08T07:37:00.863" v="1635" actId="14100"/>
          <ac:spMkLst>
            <pc:docMk/>
            <pc:sldMk cId="2052950454" sldId="283"/>
            <ac:spMk id="10" creationId="{80B280D1-033F-0B6C-B521-B7FF233AD0AD}"/>
          </ac:spMkLst>
        </pc:spChg>
        <pc:picChg chg="add mod">
          <ac:chgData name="Botond Szemes" userId="9ad5295e-c011-431e-9933-da85a69d50eb" providerId="ADAL" clId="{FE312727-2FF1-41BE-81FD-03C074F4A432}" dt="2026-04-08T07:36:37.559" v="1618"/>
          <ac:picMkLst>
            <pc:docMk/>
            <pc:sldMk cId="2052950454" sldId="283"/>
            <ac:picMk id="4" creationId="{966E9E19-392A-3089-AA10-A8079EFF84A6}"/>
          </ac:picMkLst>
        </pc:picChg>
      </pc:sldChg>
      <pc:sldChg chg="addSp delSp modSp new mod modAnim">
        <pc:chgData name="Botond Szemes" userId="9ad5295e-c011-431e-9933-da85a69d50eb" providerId="ADAL" clId="{FE312727-2FF1-41BE-81FD-03C074F4A432}" dt="2026-04-08T10:37:23.566" v="1968"/>
        <pc:sldMkLst>
          <pc:docMk/>
          <pc:sldMk cId="113125367" sldId="284"/>
        </pc:sldMkLst>
        <pc:spChg chg="add mod">
          <ac:chgData name="Botond Szemes" userId="9ad5295e-c011-431e-9933-da85a69d50eb" providerId="ADAL" clId="{FE312727-2FF1-41BE-81FD-03C074F4A432}" dt="2026-04-08T07:40:06.722" v="1667" actId="20577"/>
          <ac:spMkLst>
            <pc:docMk/>
            <pc:sldMk cId="113125367" sldId="284"/>
            <ac:spMk id="5" creationId="{04A4717D-36BA-DA8B-10ED-1724E9E7928C}"/>
          </ac:spMkLst>
        </pc:spChg>
        <pc:spChg chg="add mod">
          <ac:chgData name="Botond Szemes" userId="9ad5295e-c011-431e-9933-da85a69d50eb" providerId="ADAL" clId="{FE312727-2FF1-41BE-81FD-03C074F4A432}" dt="2026-04-08T07:40:09.512" v="1671" actId="20577"/>
          <ac:spMkLst>
            <pc:docMk/>
            <pc:sldMk cId="113125367" sldId="284"/>
            <ac:spMk id="6" creationId="{7175A5AC-D0CA-4F9B-098C-EA6D3BFC4902}"/>
          </ac:spMkLst>
        </pc:spChg>
        <pc:spChg chg="add mod">
          <ac:chgData name="Botond Szemes" userId="9ad5295e-c011-431e-9933-da85a69d50eb" providerId="ADAL" clId="{FE312727-2FF1-41BE-81FD-03C074F4A432}" dt="2026-04-08T07:39:13.763" v="1659" actId="14100"/>
          <ac:spMkLst>
            <pc:docMk/>
            <pc:sldMk cId="113125367" sldId="284"/>
            <ac:spMk id="7" creationId="{0CC063DB-BBC2-1CD9-8913-64591ACD2883}"/>
          </ac:spMkLst>
        </pc:spChg>
        <pc:spChg chg="add mod">
          <ac:chgData name="Botond Szemes" userId="9ad5295e-c011-431e-9933-da85a69d50eb" providerId="ADAL" clId="{FE312727-2FF1-41BE-81FD-03C074F4A432}" dt="2026-04-08T07:39:38.183" v="1663" actId="14100"/>
          <ac:spMkLst>
            <pc:docMk/>
            <pc:sldMk cId="113125367" sldId="284"/>
            <ac:spMk id="8" creationId="{EE11D13B-D00D-5E50-7698-405CCBA20F92}"/>
          </ac:spMkLst>
        </pc:spChg>
        <pc:spChg chg="add mod">
          <ac:chgData name="Botond Szemes" userId="9ad5295e-c011-431e-9933-da85a69d50eb" providerId="ADAL" clId="{FE312727-2FF1-41BE-81FD-03C074F4A432}" dt="2026-04-08T07:40:29.281" v="1673" actId="20577"/>
          <ac:spMkLst>
            <pc:docMk/>
            <pc:sldMk cId="113125367" sldId="284"/>
            <ac:spMk id="9" creationId="{8C420FDA-F201-D3AE-BF83-5BA53E02CC81}"/>
          </ac:spMkLst>
        </pc:spChg>
        <pc:spChg chg="add mod">
          <ac:chgData name="Botond Szemes" userId="9ad5295e-c011-431e-9933-da85a69d50eb" providerId="ADAL" clId="{FE312727-2FF1-41BE-81FD-03C074F4A432}" dt="2026-04-08T07:38:30.374" v="1655" actId="20577"/>
          <ac:spMkLst>
            <pc:docMk/>
            <pc:sldMk cId="113125367" sldId="284"/>
            <ac:spMk id="10" creationId="{E7F6B728-DFFD-A7C7-1002-77701F42D348}"/>
          </ac:spMkLst>
        </pc:spChg>
        <pc:spChg chg="add mod">
          <ac:chgData name="Botond Szemes" userId="9ad5295e-c011-431e-9933-da85a69d50eb" providerId="ADAL" clId="{FE312727-2FF1-41BE-81FD-03C074F4A432}" dt="2026-04-08T10:19:38.210" v="1764" actId="5793"/>
          <ac:spMkLst>
            <pc:docMk/>
            <pc:sldMk cId="113125367" sldId="284"/>
            <ac:spMk id="11" creationId="{52D44B66-3483-B227-6432-FF0E6EEE507A}"/>
          </ac:spMkLst>
        </pc:spChg>
        <pc:picChg chg="add mod">
          <ac:chgData name="Botond Szemes" userId="9ad5295e-c011-431e-9933-da85a69d50eb" providerId="ADAL" clId="{FE312727-2FF1-41BE-81FD-03C074F4A432}" dt="2026-04-08T10:19:27.927" v="1760" actId="1076"/>
          <ac:picMkLst>
            <pc:docMk/>
            <pc:sldMk cId="113125367" sldId="284"/>
            <ac:picMk id="4" creationId="{C6D5AB64-EF56-9E9A-F64A-8E47F5BF9CEE}"/>
          </ac:picMkLst>
        </pc:picChg>
      </pc:sldChg>
      <pc:sldChg chg="addSp delSp modSp new mod">
        <pc:chgData name="Botond Szemes" userId="9ad5295e-c011-431e-9933-da85a69d50eb" providerId="ADAL" clId="{FE312727-2FF1-41BE-81FD-03C074F4A432}" dt="2026-04-08T10:31:18.215" v="1937" actId="20577"/>
        <pc:sldMkLst>
          <pc:docMk/>
          <pc:sldMk cId="84207222" sldId="285"/>
        </pc:sldMkLst>
        <pc:spChg chg="mod">
          <ac:chgData name="Botond Szemes" userId="9ad5295e-c011-431e-9933-da85a69d50eb" providerId="ADAL" clId="{FE312727-2FF1-41BE-81FD-03C074F4A432}" dt="2026-04-08T10:31:18.215" v="1937" actId="20577"/>
          <ac:spMkLst>
            <pc:docMk/>
            <pc:sldMk cId="84207222" sldId="285"/>
            <ac:spMk id="2" creationId="{9ECE3BDF-FC50-EF9D-CDB2-B079BA04032C}"/>
          </ac:spMkLst>
        </pc:spChg>
        <pc:picChg chg="add mod ord">
          <ac:chgData name="Botond Szemes" userId="9ad5295e-c011-431e-9933-da85a69d50eb" providerId="ADAL" clId="{FE312727-2FF1-41BE-81FD-03C074F4A432}" dt="2026-04-08T10:31:09.184" v="1915" actId="1076"/>
          <ac:picMkLst>
            <pc:docMk/>
            <pc:sldMk cId="84207222" sldId="285"/>
            <ac:picMk id="5" creationId="{884B5287-EE4A-40A3-2A8C-31A7159D19DD}"/>
          </ac:picMkLst>
        </pc:picChg>
      </pc:sldChg>
      <pc:sldChg chg="addSp delSp modSp new mod">
        <pc:chgData name="Botond Szemes" userId="9ad5295e-c011-431e-9933-da85a69d50eb" providerId="ADAL" clId="{FE312727-2FF1-41BE-81FD-03C074F4A432}" dt="2026-04-08T10:31:48.098" v="1944" actId="1076"/>
        <pc:sldMkLst>
          <pc:docMk/>
          <pc:sldMk cId="3184847934" sldId="286"/>
        </pc:sldMkLst>
        <pc:picChg chg="add mod ord">
          <ac:chgData name="Botond Szemes" userId="9ad5295e-c011-431e-9933-da85a69d50eb" providerId="ADAL" clId="{FE312727-2FF1-41BE-81FD-03C074F4A432}" dt="2026-04-08T10:31:48.098" v="1944" actId="1076"/>
          <ac:picMkLst>
            <pc:docMk/>
            <pc:sldMk cId="3184847934" sldId="286"/>
            <ac:picMk id="5" creationId="{8D4F98AE-2A33-DE8F-5B7A-C611998FD231}"/>
          </ac:picMkLst>
        </pc:picChg>
      </pc:sldChg>
      <pc:sldChg chg="addSp modSp new mod">
        <pc:chgData name="Botond Szemes" userId="9ad5295e-c011-431e-9933-da85a69d50eb" providerId="ADAL" clId="{FE312727-2FF1-41BE-81FD-03C074F4A432}" dt="2026-04-08T10:43:00.682" v="2095" actId="1076"/>
        <pc:sldMkLst>
          <pc:docMk/>
          <pc:sldMk cId="1015536564" sldId="287"/>
        </pc:sldMkLst>
        <pc:spChg chg="mod">
          <ac:chgData name="Botond Szemes" userId="9ad5295e-c011-431e-9933-da85a69d50eb" providerId="ADAL" clId="{FE312727-2FF1-41BE-81FD-03C074F4A432}" dt="2026-04-08T10:38:33.551" v="1980" actId="20577"/>
          <ac:spMkLst>
            <pc:docMk/>
            <pc:sldMk cId="1015536564" sldId="287"/>
            <ac:spMk id="2" creationId="{4510B1AB-ECB9-8BF0-AB30-D0EA8C985BBB}"/>
          </ac:spMkLst>
        </pc:spChg>
        <pc:spChg chg="mod">
          <ac:chgData name="Botond Szemes" userId="9ad5295e-c011-431e-9933-da85a69d50eb" providerId="ADAL" clId="{FE312727-2FF1-41BE-81FD-03C074F4A432}" dt="2026-04-08T10:41:00.425" v="2066" actId="27636"/>
          <ac:spMkLst>
            <pc:docMk/>
            <pc:sldMk cId="1015536564" sldId="287"/>
            <ac:spMk id="3" creationId="{3B05FF74-3F83-3BCC-AAC3-95F48767E8C2}"/>
          </ac:spMkLst>
        </pc:spChg>
        <pc:spChg chg="add mod">
          <ac:chgData name="Botond Szemes" userId="9ad5295e-c011-431e-9933-da85a69d50eb" providerId="ADAL" clId="{FE312727-2FF1-41BE-81FD-03C074F4A432}" dt="2026-04-08T10:41:25.998" v="2073" actId="1076"/>
          <ac:spMkLst>
            <pc:docMk/>
            <pc:sldMk cId="1015536564" sldId="287"/>
            <ac:spMk id="5" creationId="{69FD5FD7-E431-13CE-0D3F-1E631C0F0692}"/>
          </ac:spMkLst>
        </pc:spChg>
        <pc:spChg chg="add mod">
          <ac:chgData name="Botond Szemes" userId="9ad5295e-c011-431e-9933-da85a69d50eb" providerId="ADAL" clId="{FE312727-2FF1-41BE-81FD-03C074F4A432}" dt="2026-04-08T10:41:40.450" v="2077" actId="20577"/>
          <ac:spMkLst>
            <pc:docMk/>
            <pc:sldMk cId="1015536564" sldId="287"/>
            <ac:spMk id="6" creationId="{47951498-30C7-BB40-E359-8005587977CC}"/>
          </ac:spMkLst>
        </pc:spChg>
        <pc:spChg chg="add mod">
          <ac:chgData name="Botond Szemes" userId="9ad5295e-c011-431e-9933-da85a69d50eb" providerId="ADAL" clId="{FE312727-2FF1-41BE-81FD-03C074F4A432}" dt="2026-04-08T10:42:01.580" v="2082" actId="20577"/>
          <ac:spMkLst>
            <pc:docMk/>
            <pc:sldMk cId="1015536564" sldId="287"/>
            <ac:spMk id="7" creationId="{3CDBEAC6-9454-0560-1959-FCD0D564E78B}"/>
          </ac:spMkLst>
        </pc:spChg>
        <pc:spChg chg="add mod">
          <ac:chgData name="Botond Szemes" userId="9ad5295e-c011-431e-9933-da85a69d50eb" providerId="ADAL" clId="{FE312727-2FF1-41BE-81FD-03C074F4A432}" dt="2026-04-08T10:42:18.495" v="2087" actId="20577"/>
          <ac:spMkLst>
            <pc:docMk/>
            <pc:sldMk cId="1015536564" sldId="287"/>
            <ac:spMk id="8" creationId="{1287D29C-7E00-6016-A10F-A1868E4D200D}"/>
          </ac:spMkLst>
        </pc:spChg>
        <pc:spChg chg="add mod">
          <ac:chgData name="Botond Szemes" userId="9ad5295e-c011-431e-9933-da85a69d50eb" providerId="ADAL" clId="{FE312727-2FF1-41BE-81FD-03C074F4A432}" dt="2026-04-08T10:42:31.315" v="2090" actId="20577"/>
          <ac:spMkLst>
            <pc:docMk/>
            <pc:sldMk cId="1015536564" sldId="287"/>
            <ac:spMk id="9" creationId="{C5404E2B-3EF5-9E1B-F2CE-60BDC7AD4391}"/>
          </ac:spMkLst>
        </pc:spChg>
        <pc:spChg chg="add mod">
          <ac:chgData name="Botond Szemes" userId="9ad5295e-c011-431e-9933-da85a69d50eb" providerId="ADAL" clId="{FE312727-2FF1-41BE-81FD-03C074F4A432}" dt="2026-04-08T10:42:42.284" v="2093" actId="20577"/>
          <ac:spMkLst>
            <pc:docMk/>
            <pc:sldMk cId="1015536564" sldId="287"/>
            <ac:spMk id="10" creationId="{FE1FA931-F1B5-EEA2-04E9-32B481852503}"/>
          </ac:spMkLst>
        </pc:spChg>
        <pc:picChg chg="add mod">
          <ac:chgData name="Botond Szemes" userId="9ad5295e-c011-431e-9933-da85a69d50eb" providerId="ADAL" clId="{FE312727-2FF1-41BE-81FD-03C074F4A432}" dt="2026-04-08T10:41:47.632" v="2079" actId="1076"/>
          <ac:picMkLst>
            <pc:docMk/>
            <pc:sldMk cId="1015536564" sldId="287"/>
            <ac:picMk id="4" creationId="{9B0C442D-11F1-7258-E43D-A94675DB5410}"/>
          </ac:picMkLst>
        </pc:picChg>
        <pc:picChg chg="add mod">
          <ac:chgData name="Botond Szemes" userId="9ad5295e-c011-431e-9933-da85a69d50eb" providerId="ADAL" clId="{FE312727-2FF1-41BE-81FD-03C074F4A432}" dt="2026-04-08T10:43:00.682" v="2095" actId="1076"/>
          <ac:picMkLst>
            <pc:docMk/>
            <pc:sldMk cId="1015536564" sldId="287"/>
            <ac:picMk id="12" creationId="{3ECC161A-2601-A34E-1DE7-AF3A2449D6B3}"/>
          </ac:picMkLst>
        </pc:picChg>
      </pc:sldChg>
      <pc:sldChg chg="addSp delSp modSp new mod modAnim">
        <pc:chgData name="Botond Szemes" userId="9ad5295e-c011-431e-9933-da85a69d50eb" providerId="ADAL" clId="{FE312727-2FF1-41BE-81FD-03C074F4A432}" dt="2026-04-09T07:56:14.408" v="2952" actId="20577"/>
        <pc:sldMkLst>
          <pc:docMk/>
          <pc:sldMk cId="182840954" sldId="288"/>
        </pc:sldMkLst>
        <pc:spChg chg="mod">
          <ac:chgData name="Botond Szemes" userId="9ad5295e-c011-431e-9933-da85a69d50eb" providerId="ADAL" clId="{FE312727-2FF1-41BE-81FD-03C074F4A432}" dt="2026-04-09T07:56:14.408" v="2952" actId="20577"/>
          <ac:spMkLst>
            <pc:docMk/>
            <pc:sldMk cId="182840954" sldId="288"/>
            <ac:spMk id="2" creationId="{E0C460E4-CEE5-C066-BEAC-8D4E2F2CD25D}"/>
          </ac:spMkLst>
        </pc:spChg>
        <pc:spChg chg="mod">
          <ac:chgData name="Botond Szemes" userId="9ad5295e-c011-431e-9933-da85a69d50eb" providerId="ADAL" clId="{FE312727-2FF1-41BE-81FD-03C074F4A432}" dt="2026-04-08T10:52:11.821" v="2187" actId="20577"/>
          <ac:spMkLst>
            <pc:docMk/>
            <pc:sldMk cId="182840954" sldId="288"/>
            <ac:spMk id="3" creationId="{81A09F7D-E883-C691-ED19-A18D25C5108C}"/>
          </ac:spMkLst>
        </pc:spChg>
      </pc:sldChg>
      <pc:sldChg chg="addSp delSp modSp new mod">
        <pc:chgData name="Botond Szemes" userId="9ad5295e-c011-431e-9933-da85a69d50eb" providerId="ADAL" clId="{FE312727-2FF1-41BE-81FD-03C074F4A432}" dt="2026-04-09T08:00:28.856" v="2959" actId="20577"/>
        <pc:sldMkLst>
          <pc:docMk/>
          <pc:sldMk cId="1675924002" sldId="289"/>
        </pc:sldMkLst>
        <pc:spChg chg="mod">
          <ac:chgData name="Botond Szemes" userId="9ad5295e-c011-431e-9933-da85a69d50eb" providerId="ADAL" clId="{FE312727-2FF1-41BE-81FD-03C074F4A432}" dt="2026-04-09T08:00:21.445" v="2954" actId="20577"/>
          <ac:spMkLst>
            <pc:docMk/>
            <pc:sldMk cId="1675924002" sldId="289"/>
            <ac:spMk id="2" creationId="{DA9D6601-9476-4EA2-9F65-56C078FCD7A5}"/>
          </ac:spMkLst>
        </pc:spChg>
        <pc:spChg chg="mod">
          <ac:chgData name="Botond Szemes" userId="9ad5295e-c011-431e-9933-da85a69d50eb" providerId="ADAL" clId="{FE312727-2FF1-41BE-81FD-03C074F4A432}" dt="2026-04-09T08:00:28.856" v="2959" actId="20577"/>
          <ac:spMkLst>
            <pc:docMk/>
            <pc:sldMk cId="1675924002" sldId="289"/>
            <ac:spMk id="3" creationId="{82003C97-2D8A-E828-1421-19944E3E4FB0}"/>
          </ac:spMkLst>
        </pc:spChg>
      </pc:sldChg>
      <pc:sldChg chg="modSp new mod modAnim">
        <pc:chgData name="Botond Szemes" userId="9ad5295e-c011-431e-9933-da85a69d50eb" providerId="ADAL" clId="{FE312727-2FF1-41BE-81FD-03C074F4A432}" dt="2026-04-09T08:19:07.968" v="2961" actId="20577"/>
        <pc:sldMkLst>
          <pc:docMk/>
          <pc:sldMk cId="532551940" sldId="290"/>
        </pc:sldMkLst>
        <pc:spChg chg="mod">
          <ac:chgData name="Botond Szemes" userId="9ad5295e-c011-431e-9933-da85a69d50eb" providerId="ADAL" clId="{FE312727-2FF1-41BE-81FD-03C074F4A432}" dt="2026-04-09T08:19:07.968" v="2961" actId="20577"/>
          <ac:spMkLst>
            <pc:docMk/>
            <pc:sldMk cId="532551940" sldId="290"/>
            <ac:spMk id="2" creationId="{179DD8A9-1DEF-3C84-96E0-C5E2BF5A723C}"/>
          </ac:spMkLst>
        </pc:spChg>
        <pc:spChg chg="mod">
          <ac:chgData name="Botond Szemes" userId="9ad5295e-c011-431e-9933-da85a69d50eb" providerId="ADAL" clId="{FE312727-2FF1-41BE-81FD-03C074F4A432}" dt="2026-04-08T11:17:33.287" v="2526" actId="20577"/>
          <ac:spMkLst>
            <pc:docMk/>
            <pc:sldMk cId="532551940" sldId="290"/>
            <ac:spMk id="3" creationId="{154254C1-13E8-B0BA-BA0D-63191E0C66FC}"/>
          </ac:spMkLst>
        </pc:spChg>
      </pc:sldChg>
      <pc:sldChg chg="addSp delSp modSp add mod delAnim modAnim">
        <pc:chgData name="Botond Szemes" userId="9ad5295e-c011-431e-9933-da85a69d50eb" providerId="ADAL" clId="{FE312727-2FF1-41BE-81FD-03C074F4A432}" dt="2026-04-08T11:08:46.932" v="2305" actId="208"/>
        <pc:sldMkLst>
          <pc:docMk/>
          <pc:sldMk cId="1587581093" sldId="291"/>
        </pc:sldMkLst>
        <pc:spChg chg="add mod">
          <ac:chgData name="Botond Szemes" userId="9ad5295e-c011-431e-9933-da85a69d50eb" providerId="ADAL" clId="{FE312727-2FF1-41BE-81FD-03C074F4A432}" dt="2026-04-08T11:07:22.333" v="2287" actId="207"/>
          <ac:spMkLst>
            <pc:docMk/>
            <pc:sldMk cId="1587581093" sldId="291"/>
            <ac:spMk id="33" creationId="{5F24FCB4-FD4A-09FC-562C-F41A848D113F}"/>
          </ac:spMkLst>
        </pc:spChg>
        <pc:spChg chg="add mod">
          <ac:chgData name="Botond Szemes" userId="9ad5295e-c011-431e-9933-da85a69d50eb" providerId="ADAL" clId="{FE312727-2FF1-41BE-81FD-03C074F4A432}" dt="2026-04-08T11:07:25.771" v="2288" actId="207"/>
          <ac:spMkLst>
            <pc:docMk/>
            <pc:sldMk cId="1587581093" sldId="291"/>
            <ac:spMk id="34" creationId="{D3A0FCFC-EB8E-BB51-3028-63FC8779BEF9}"/>
          </ac:spMkLst>
        </pc:spChg>
        <pc:spChg chg="add mod">
          <ac:chgData name="Botond Szemes" userId="9ad5295e-c011-431e-9933-da85a69d50eb" providerId="ADAL" clId="{FE312727-2FF1-41BE-81FD-03C074F4A432}" dt="2026-04-08T11:07:43.549" v="2292" actId="207"/>
          <ac:spMkLst>
            <pc:docMk/>
            <pc:sldMk cId="1587581093" sldId="291"/>
            <ac:spMk id="36" creationId="{DED56E86-8A77-1F03-E2EB-7596B731402D}"/>
          </ac:spMkLst>
        </pc:spChg>
        <pc:spChg chg="add mod">
          <ac:chgData name="Botond Szemes" userId="9ad5295e-c011-431e-9933-da85a69d50eb" providerId="ADAL" clId="{FE312727-2FF1-41BE-81FD-03C074F4A432}" dt="2026-04-08T11:08:12.241" v="2294" actId="1076"/>
          <ac:spMkLst>
            <pc:docMk/>
            <pc:sldMk cId="1587581093" sldId="291"/>
            <ac:spMk id="37" creationId="{5095A26B-22B3-B3BF-8512-BA19C0D2B890}"/>
          </ac:spMkLst>
        </pc:spChg>
        <pc:cxnChg chg="add del mod">
          <ac:chgData name="Botond Szemes" userId="9ad5295e-c011-431e-9933-da85a69d50eb" providerId="ADAL" clId="{FE312727-2FF1-41BE-81FD-03C074F4A432}" dt="2026-04-08T11:04:24.253" v="2268" actId="478"/>
          <ac:cxnSpMkLst>
            <pc:docMk/>
            <pc:sldMk cId="1587581093" sldId="291"/>
            <ac:cxnSpMk id="3" creationId="{C3F4A3A8-340C-14DE-A7D7-A91DF37EAACA}"/>
          </ac:cxnSpMkLst>
        </pc:cxnChg>
        <pc:cxnChg chg="add del mod">
          <ac:chgData name="Botond Szemes" userId="9ad5295e-c011-431e-9933-da85a69d50eb" providerId="ADAL" clId="{FE312727-2FF1-41BE-81FD-03C074F4A432}" dt="2026-04-08T11:04:23.728" v="2267" actId="478"/>
          <ac:cxnSpMkLst>
            <pc:docMk/>
            <pc:sldMk cId="1587581093" sldId="291"/>
            <ac:cxnSpMk id="18" creationId="{12D8FE15-798A-995B-DC49-C81E53C32010}"/>
          </ac:cxnSpMkLst>
        </pc:cxnChg>
        <pc:cxnChg chg="add mod">
          <ac:chgData name="Botond Szemes" userId="9ad5295e-c011-431e-9933-da85a69d50eb" providerId="ADAL" clId="{FE312727-2FF1-41BE-81FD-03C074F4A432}" dt="2026-04-08T11:07:31.258" v="2289" actId="208"/>
          <ac:cxnSpMkLst>
            <pc:docMk/>
            <pc:sldMk cId="1587581093" sldId="291"/>
            <ac:cxnSpMk id="28" creationId="{60C9D5DE-6A87-A460-97B0-CCB181EBB538}"/>
          </ac:cxnSpMkLst>
        </pc:cxnChg>
        <pc:cxnChg chg="add mod">
          <ac:chgData name="Botond Szemes" userId="9ad5295e-c011-431e-9933-da85a69d50eb" providerId="ADAL" clId="{FE312727-2FF1-41BE-81FD-03C074F4A432}" dt="2026-04-08T11:08:46.932" v="2305" actId="208"/>
          <ac:cxnSpMkLst>
            <pc:docMk/>
            <pc:sldMk cId="1587581093" sldId="291"/>
            <ac:cxnSpMk id="39" creationId="{97E6BA75-08D5-9C95-9362-7B7CFE41E684}"/>
          </ac:cxnSpMkLst>
        </pc:cxnChg>
        <pc:cxnChg chg="add mod">
          <ac:chgData name="Botond Szemes" userId="9ad5295e-c011-431e-9933-da85a69d50eb" providerId="ADAL" clId="{FE312727-2FF1-41BE-81FD-03C074F4A432}" dt="2026-04-08T11:08:30.766" v="2299" actId="1076"/>
          <ac:cxnSpMkLst>
            <pc:docMk/>
            <pc:sldMk cId="1587581093" sldId="291"/>
            <ac:cxnSpMk id="43" creationId="{D91F7BBB-C42F-5BD4-11C0-4A9C30A3FEC3}"/>
          </ac:cxnSpMkLst>
        </pc:cxnChg>
        <pc:cxnChg chg="add mod">
          <ac:chgData name="Botond Szemes" userId="9ad5295e-c011-431e-9933-da85a69d50eb" providerId="ADAL" clId="{FE312727-2FF1-41BE-81FD-03C074F4A432}" dt="2026-04-08T11:08:41.611" v="2304" actId="14100"/>
          <ac:cxnSpMkLst>
            <pc:docMk/>
            <pc:sldMk cId="1587581093" sldId="291"/>
            <ac:cxnSpMk id="44" creationId="{573085DC-1597-D177-1EA5-CCC77F743900}"/>
          </ac:cxnSpMkLst>
        </pc:cxnChg>
      </pc:sldChg>
      <pc:sldChg chg="delSp modSp add mod delAnim modAnim">
        <pc:chgData name="Botond Szemes" userId="9ad5295e-c011-431e-9933-da85a69d50eb" providerId="ADAL" clId="{FE312727-2FF1-41BE-81FD-03C074F4A432}" dt="2026-04-08T11:59:15.867" v="2818"/>
        <pc:sldMkLst>
          <pc:docMk/>
          <pc:sldMk cId="1394700593" sldId="292"/>
        </pc:sldMkLst>
        <pc:spChg chg="mod">
          <ac:chgData name="Botond Szemes" userId="9ad5295e-c011-431e-9933-da85a69d50eb" providerId="ADAL" clId="{FE312727-2FF1-41BE-81FD-03C074F4A432}" dt="2026-04-08T11:13:41.174" v="2335" actId="1076"/>
          <ac:spMkLst>
            <pc:docMk/>
            <pc:sldMk cId="1394700593" sldId="292"/>
            <ac:spMk id="12" creationId="{E9A3C092-FAC2-C3EF-8027-D64D2AD887B6}"/>
          </ac:spMkLst>
        </pc:spChg>
        <pc:spChg chg="mod">
          <ac:chgData name="Botond Szemes" userId="9ad5295e-c011-431e-9933-da85a69d50eb" providerId="ADAL" clId="{FE312727-2FF1-41BE-81FD-03C074F4A432}" dt="2026-04-08T11:13:29.431" v="2332" actId="1076"/>
          <ac:spMkLst>
            <pc:docMk/>
            <pc:sldMk cId="1394700593" sldId="292"/>
            <ac:spMk id="14" creationId="{D8155E22-A044-B19F-98F9-D5E8F2C4A81E}"/>
          </ac:spMkLst>
        </pc:spChg>
        <pc:spChg chg="mod">
          <ac:chgData name="Botond Szemes" userId="9ad5295e-c011-431e-9933-da85a69d50eb" providerId="ADAL" clId="{FE312727-2FF1-41BE-81FD-03C074F4A432}" dt="2026-04-08T11:13:29.431" v="2332" actId="1076"/>
          <ac:spMkLst>
            <pc:docMk/>
            <pc:sldMk cId="1394700593" sldId="292"/>
            <ac:spMk id="16" creationId="{978A7698-9EBF-A15D-D167-21A2B36BF7F3}"/>
          </ac:spMkLst>
        </pc:spChg>
        <pc:spChg chg="mod">
          <ac:chgData name="Botond Szemes" userId="9ad5295e-c011-431e-9933-da85a69d50eb" providerId="ADAL" clId="{FE312727-2FF1-41BE-81FD-03C074F4A432}" dt="2026-04-08T11:13:29.431" v="2332" actId="1076"/>
          <ac:spMkLst>
            <pc:docMk/>
            <pc:sldMk cId="1394700593" sldId="292"/>
            <ac:spMk id="22" creationId="{1DA2BEDD-FAC7-9A16-6D85-D51FBE648AB2}"/>
          </ac:spMkLst>
        </pc:spChg>
        <pc:spChg chg="mod">
          <ac:chgData name="Botond Szemes" userId="9ad5295e-c011-431e-9933-da85a69d50eb" providerId="ADAL" clId="{FE312727-2FF1-41BE-81FD-03C074F4A432}" dt="2026-04-08T11:13:29.431" v="2332" actId="1076"/>
          <ac:spMkLst>
            <pc:docMk/>
            <pc:sldMk cId="1394700593" sldId="292"/>
            <ac:spMk id="23" creationId="{C34DD731-E586-4D75-ECCE-72B2FD8A831F}"/>
          </ac:spMkLst>
        </pc:spChg>
        <pc:spChg chg="mod">
          <ac:chgData name="Botond Szemes" userId="9ad5295e-c011-431e-9933-da85a69d50eb" providerId="ADAL" clId="{FE312727-2FF1-41BE-81FD-03C074F4A432}" dt="2026-04-08T11:13:41.174" v="2335" actId="1076"/>
          <ac:spMkLst>
            <pc:docMk/>
            <pc:sldMk cId="1394700593" sldId="292"/>
            <ac:spMk id="24" creationId="{1C349679-D319-4802-A8DD-CC0CFCA21D0C}"/>
          </ac:spMkLst>
        </pc:spChg>
        <pc:picChg chg="mod">
          <ac:chgData name="Botond Szemes" userId="9ad5295e-c011-431e-9933-da85a69d50eb" providerId="ADAL" clId="{FE312727-2FF1-41BE-81FD-03C074F4A432}" dt="2026-04-08T11:13:35.020" v="2334" actId="1076"/>
          <ac:picMkLst>
            <pc:docMk/>
            <pc:sldMk cId="1394700593" sldId="292"/>
            <ac:picMk id="4" creationId="{33D95AF8-D14C-8B12-A122-DE63DA1A9CFE}"/>
          </ac:picMkLst>
        </pc:picChg>
      </pc:sldChg>
      <pc:sldChg chg="addSp delSp modSp add mod delAnim modAnim">
        <pc:chgData name="Botond Szemes" userId="9ad5295e-c011-431e-9933-da85a69d50eb" providerId="ADAL" clId="{FE312727-2FF1-41BE-81FD-03C074F4A432}" dt="2026-04-08T11:09:45.502" v="2307"/>
        <pc:sldMkLst>
          <pc:docMk/>
          <pc:sldMk cId="2359378548" sldId="293"/>
        </pc:sldMkLst>
        <pc:cxnChg chg="add mod">
          <ac:chgData name="Botond Szemes" userId="9ad5295e-c011-431e-9933-da85a69d50eb" providerId="ADAL" clId="{FE312727-2FF1-41BE-81FD-03C074F4A432}" dt="2026-04-08T11:09:27.958" v="2306"/>
          <ac:cxnSpMkLst>
            <pc:docMk/>
            <pc:sldMk cId="2359378548" sldId="293"/>
            <ac:cxnSpMk id="2" creationId="{0BF11234-EAB7-6593-D7BF-A10CB67F3BBA}"/>
          </ac:cxnSpMkLst>
        </pc:cxnChg>
      </pc:sldChg>
      <pc:sldChg chg="delSp modSp new mod">
        <pc:chgData name="Botond Szemes" userId="9ad5295e-c011-431e-9933-da85a69d50eb" providerId="ADAL" clId="{FE312727-2FF1-41BE-81FD-03C074F4A432}" dt="2026-04-08T11:18:22.852" v="2561" actId="113"/>
        <pc:sldMkLst>
          <pc:docMk/>
          <pc:sldMk cId="1349189351" sldId="294"/>
        </pc:sldMkLst>
        <pc:spChg chg="mod">
          <ac:chgData name="Botond Szemes" userId="9ad5295e-c011-431e-9933-da85a69d50eb" providerId="ADAL" clId="{FE312727-2FF1-41BE-81FD-03C074F4A432}" dt="2026-04-08T11:18:22.852" v="2561" actId="113"/>
          <ac:spMkLst>
            <pc:docMk/>
            <pc:sldMk cId="1349189351" sldId="294"/>
            <ac:spMk id="2" creationId="{A30B5C5E-7D4C-8CAF-775E-2764BD97651D}"/>
          </ac:spMkLst>
        </pc:spChg>
      </pc:sldChg>
      <pc:sldChg chg="modSp add mod">
        <pc:chgData name="Botond Szemes" userId="9ad5295e-c011-431e-9933-da85a69d50eb" providerId="ADAL" clId="{FE312727-2FF1-41BE-81FD-03C074F4A432}" dt="2026-04-08T11:18:43.153" v="2574" actId="20577"/>
        <pc:sldMkLst>
          <pc:docMk/>
          <pc:sldMk cId="828331985" sldId="295"/>
        </pc:sldMkLst>
        <pc:spChg chg="mod">
          <ac:chgData name="Botond Szemes" userId="9ad5295e-c011-431e-9933-da85a69d50eb" providerId="ADAL" clId="{FE312727-2FF1-41BE-81FD-03C074F4A432}" dt="2026-04-08T11:18:43.153" v="2574" actId="20577"/>
          <ac:spMkLst>
            <pc:docMk/>
            <pc:sldMk cId="828331985" sldId="295"/>
            <ac:spMk id="2" creationId="{AC7185D3-0272-F264-A2DB-1334B09DECE9}"/>
          </ac:spMkLst>
        </pc:spChg>
      </pc:sldChg>
      <pc:sldChg chg="addSp delSp modSp new mod">
        <pc:chgData name="Botond Szemes" userId="9ad5295e-c011-431e-9933-da85a69d50eb" providerId="ADAL" clId="{FE312727-2FF1-41BE-81FD-03C074F4A432}" dt="2026-04-08T11:19:47.928" v="2584" actId="14100"/>
        <pc:sldMkLst>
          <pc:docMk/>
          <pc:sldMk cId="1237993872" sldId="296"/>
        </pc:sldMkLst>
        <pc:picChg chg="add mod">
          <ac:chgData name="Botond Szemes" userId="9ad5295e-c011-431e-9933-da85a69d50eb" providerId="ADAL" clId="{FE312727-2FF1-41BE-81FD-03C074F4A432}" dt="2026-04-08T11:19:47.928" v="2584" actId="14100"/>
          <ac:picMkLst>
            <pc:docMk/>
            <pc:sldMk cId="1237993872" sldId="296"/>
            <ac:picMk id="6" creationId="{24F7968A-0E77-A2B4-3017-1AFFB000DF1C}"/>
          </ac:picMkLst>
        </pc:picChg>
      </pc:sldChg>
      <pc:sldChg chg="addSp delSp modSp add mod delAnim modAnim">
        <pc:chgData name="Botond Szemes" userId="9ad5295e-c011-431e-9933-da85a69d50eb" providerId="ADAL" clId="{FE312727-2FF1-41BE-81FD-03C074F4A432}" dt="2026-04-08T11:24:15.191" v="2647"/>
        <pc:sldMkLst>
          <pc:docMk/>
          <pc:sldMk cId="554898213" sldId="297"/>
        </pc:sldMkLst>
        <pc:spChg chg="add mod">
          <ac:chgData name="Botond Szemes" userId="9ad5295e-c011-431e-9933-da85a69d50eb" providerId="ADAL" clId="{FE312727-2FF1-41BE-81FD-03C074F4A432}" dt="2026-04-08T11:23:27.376" v="2640" actId="1076"/>
          <ac:spMkLst>
            <pc:docMk/>
            <pc:sldMk cId="554898213" sldId="297"/>
            <ac:spMk id="10" creationId="{41AB752F-D06D-9D06-F504-8025AF4ECB06}"/>
          </ac:spMkLst>
        </pc:spChg>
        <pc:spChg chg="add mod">
          <ac:chgData name="Botond Szemes" userId="9ad5295e-c011-431e-9933-da85a69d50eb" providerId="ADAL" clId="{FE312727-2FF1-41BE-81FD-03C074F4A432}" dt="2026-04-08T11:23:27.376" v="2640" actId="1076"/>
          <ac:spMkLst>
            <pc:docMk/>
            <pc:sldMk cId="554898213" sldId="297"/>
            <ac:spMk id="13" creationId="{A08040A0-20BA-5E25-4D96-9DFD1E42B54A}"/>
          </ac:spMkLst>
        </pc:spChg>
        <pc:spChg chg="add mod">
          <ac:chgData name="Botond Szemes" userId="9ad5295e-c011-431e-9933-da85a69d50eb" providerId="ADAL" clId="{FE312727-2FF1-41BE-81FD-03C074F4A432}" dt="2026-04-08T11:23:27.376" v="2640" actId="1076"/>
          <ac:spMkLst>
            <pc:docMk/>
            <pc:sldMk cId="554898213" sldId="297"/>
            <ac:spMk id="14" creationId="{7447118F-0730-78E2-2EEC-202620FBB73C}"/>
          </ac:spMkLst>
        </pc:spChg>
        <pc:spChg chg="add mod">
          <ac:chgData name="Botond Szemes" userId="9ad5295e-c011-431e-9933-da85a69d50eb" providerId="ADAL" clId="{FE312727-2FF1-41BE-81FD-03C074F4A432}" dt="2026-04-08T11:23:27.376" v="2640" actId="1076"/>
          <ac:spMkLst>
            <pc:docMk/>
            <pc:sldMk cId="554898213" sldId="297"/>
            <ac:spMk id="15" creationId="{325D69F8-8672-869D-A3A3-93AB03AF4E0A}"/>
          </ac:spMkLst>
        </pc:spChg>
        <pc:picChg chg="mod">
          <ac:chgData name="Botond Szemes" userId="9ad5295e-c011-431e-9933-da85a69d50eb" providerId="ADAL" clId="{FE312727-2FF1-41BE-81FD-03C074F4A432}" dt="2026-04-08T11:23:10.612" v="2638" actId="1076"/>
          <ac:picMkLst>
            <pc:docMk/>
            <pc:sldMk cId="554898213" sldId="297"/>
            <ac:picMk id="4" creationId="{C6FFD8CF-A635-D185-AD5E-B02605E8D2CD}"/>
          </ac:picMkLst>
        </pc:picChg>
        <pc:picChg chg="add mod">
          <ac:chgData name="Botond Szemes" userId="9ad5295e-c011-431e-9933-da85a69d50eb" providerId="ADAL" clId="{FE312727-2FF1-41BE-81FD-03C074F4A432}" dt="2026-04-08T11:23:27.376" v="2640" actId="1076"/>
          <ac:picMkLst>
            <pc:docMk/>
            <pc:sldMk cId="554898213" sldId="297"/>
            <ac:picMk id="6" creationId="{8C58CA63-CA17-469D-2737-25D190177263}"/>
          </ac:picMkLst>
        </pc:picChg>
        <pc:cxnChg chg="add mod">
          <ac:chgData name="Botond Szemes" userId="9ad5295e-c011-431e-9933-da85a69d50eb" providerId="ADAL" clId="{FE312727-2FF1-41BE-81FD-03C074F4A432}" dt="2026-04-08T11:23:27.376" v="2640" actId="1076"/>
          <ac:cxnSpMkLst>
            <pc:docMk/>
            <pc:sldMk cId="554898213" sldId="297"/>
            <ac:cxnSpMk id="8" creationId="{4E9AA784-E23B-A81E-01A1-DE8D6C9DAB08}"/>
          </ac:cxnSpMkLst>
        </pc:cxnChg>
        <pc:cxnChg chg="add mod">
          <ac:chgData name="Botond Szemes" userId="9ad5295e-c011-431e-9933-da85a69d50eb" providerId="ADAL" clId="{FE312727-2FF1-41BE-81FD-03C074F4A432}" dt="2026-04-08T11:23:27.376" v="2640" actId="1076"/>
          <ac:cxnSpMkLst>
            <pc:docMk/>
            <pc:sldMk cId="554898213" sldId="297"/>
            <ac:cxnSpMk id="12" creationId="{C3DECAB0-A392-8939-E140-98A6B6735875}"/>
          </ac:cxnSpMkLst>
        </pc:cxnChg>
      </pc:sldChg>
      <pc:sldChg chg="modSp add mod">
        <pc:chgData name="Botond Szemes" userId="9ad5295e-c011-431e-9933-da85a69d50eb" providerId="ADAL" clId="{FE312727-2FF1-41BE-81FD-03C074F4A432}" dt="2026-04-08T11:28:20.509" v="2671" actId="20577"/>
        <pc:sldMkLst>
          <pc:docMk/>
          <pc:sldMk cId="3337851404" sldId="298"/>
        </pc:sldMkLst>
        <pc:spChg chg="mod">
          <ac:chgData name="Botond Szemes" userId="9ad5295e-c011-431e-9933-da85a69d50eb" providerId="ADAL" clId="{FE312727-2FF1-41BE-81FD-03C074F4A432}" dt="2026-04-08T11:28:20.509" v="2671" actId="20577"/>
          <ac:spMkLst>
            <pc:docMk/>
            <pc:sldMk cId="3337851404" sldId="298"/>
            <ac:spMk id="2" creationId="{967BCAC5-79E7-CEB7-AAD0-7919D4125D7D}"/>
          </ac:spMkLst>
        </pc:spChg>
        <pc:spChg chg="mod">
          <ac:chgData name="Botond Szemes" userId="9ad5295e-c011-431e-9933-da85a69d50eb" providerId="ADAL" clId="{FE312727-2FF1-41BE-81FD-03C074F4A432}" dt="2026-04-08T11:27:17.802" v="2663" actId="113"/>
          <ac:spMkLst>
            <pc:docMk/>
            <pc:sldMk cId="3337851404" sldId="298"/>
            <ac:spMk id="3" creationId="{2E1E1093-5AE5-D96D-49F4-8E200A43EF88}"/>
          </ac:spMkLst>
        </pc:spChg>
      </pc:sldChg>
      <pc:sldChg chg="addSp modSp new mod">
        <pc:chgData name="Botond Szemes" userId="9ad5295e-c011-431e-9933-da85a69d50eb" providerId="ADAL" clId="{FE312727-2FF1-41BE-81FD-03C074F4A432}" dt="2026-04-08T11:46:03.591" v="2729" actId="20577"/>
        <pc:sldMkLst>
          <pc:docMk/>
          <pc:sldMk cId="1139604686" sldId="299"/>
        </pc:sldMkLst>
        <pc:spChg chg="mod">
          <ac:chgData name="Botond Szemes" userId="9ad5295e-c011-431e-9933-da85a69d50eb" providerId="ADAL" clId="{FE312727-2FF1-41BE-81FD-03C074F4A432}" dt="2026-04-08T11:28:28.435" v="2683" actId="20577"/>
          <ac:spMkLst>
            <pc:docMk/>
            <pc:sldMk cId="1139604686" sldId="299"/>
            <ac:spMk id="2" creationId="{A80B8FB1-8CAB-DE48-336C-2883DD46BCD5}"/>
          </ac:spMkLst>
        </pc:spChg>
        <pc:spChg chg="mod">
          <ac:chgData name="Botond Szemes" userId="9ad5295e-c011-431e-9933-da85a69d50eb" providerId="ADAL" clId="{FE312727-2FF1-41BE-81FD-03C074F4A432}" dt="2026-04-08T11:46:03.591" v="2729" actId="20577"/>
          <ac:spMkLst>
            <pc:docMk/>
            <pc:sldMk cId="1139604686" sldId="299"/>
            <ac:spMk id="3" creationId="{DA8F09A6-629F-806F-BD9E-D93C4E7C58DC}"/>
          </ac:spMkLst>
        </pc:spChg>
        <pc:picChg chg="add mod">
          <ac:chgData name="Botond Szemes" userId="9ad5295e-c011-431e-9933-da85a69d50eb" providerId="ADAL" clId="{FE312727-2FF1-41BE-81FD-03C074F4A432}" dt="2026-04-08T11:30:00.939" v="2698" actId="1076"/>
          <ac:picMkLst>
            <pc:docMk/>
            <pc:sldMk cId="1139604686" sldId="299"/>
            <ac:picMk id="5" creationId="{5778E68A-2817-D625-F25C-CD82DFF58A15}"/>
          </ac:picMkLst>
        </pc:picChg>
      </pc:sldChg>
      <pc:sldChg chg="modSp new modAnim">
        <pc:chgData name="Botond Szemes" userId="9ad5295e-c011-431e-9933-da85a69d50eb" providerId="ADAL" clId="{FE312727-2FF1-41BE-81FD-03C074F4A432}" dt="2026-04-09T07:52:50.792" v="2950" actId="20577"/>
        <pc:sldMkLst>
          <pc:docMk/>
          <pc:sldMk cId="4203764342" sldId="300"/>
        </pc:sldMkLst>
        <pc:spChg chg="mod">
          <ac:chgData name="Botond Szemes" userId="9ad5295e-c011-431e-9933-da85a69d50eb" providerId="ADAL" clId="{FE312727-2FF1-41BE-81FD-03C074F4A432}" dt="2026-04-09T07:52:50.792" v="2950" actId="20577"/>
          <ac:spMkLst>
            <pc:docMk/>
            <pc:sldMk cId="4203764342" sldId="300"/>
            <ac:spMk id="2" creationId="{327D40F0-46E9-1DD4-DBAD-E1202F9DBB83}"/>
          </ac:spMkLst>
        </pc:spChg>
        <pc:spChg chg="mod">
          <ac:chgData name="Botond Szemes" userId="9ad5295e-c011-431e-9933-da85a69d50eb" providerId="ADAL" clId="{FE312727-2FF1-41BE-81FD-03C074F4A432}" dt="2026-04-08T11:47:20.772" v="2731"/>
          <ac:spMkLst>
            <pc:docMk/>
            <pc:sldMk cId="4203764342" sldId="300"/>
            <ac:spMk id="3" creationId="{E8157180-10A7-02B3-B87A-B94D612828E6}"/>
          </ac:spMkLst>
        </pc:spChg>
      </pc:sldChg>
      <pc:sldChg chg="addSp delSp modSp new mod">
        <pc:chgData name="Botond Szemes" userId="9ad5295e-c011-431e-9933-da85a69d50eb" providerId="ADAL" clId="{FE312727-2FF1-41BE-81FD-03C074F4A432}" dt="2026-04-08T12:06:11.437" v="2824" actId="1076"/>
        <pc:sldMkLst>
          <pc:docMk/>
          <pc:sldMk cId="4047959715" sldId="301"/>
        </pc:sldMkLst>
        <pc:picChg chg="add mod ord">
          <ac:chgData name="Botond Szemes" userId="9ad5295e-c011-431e-9933-da85a69d50eb" providerId="ADAL" clId="{FE312727-2FF1-41BE-81FD-03C074F4A432}" dt="2026-04-08T12:06:11.437" v="2824" actId="1076"/>
          <ac:picMkLst>
            <pc:docMk/>
            <pc:sldMk cId="4047959715" sldId="301"/>
            <ac:picMk id="5" creationId="{CEB767D3-FC73-0455-B390-E6AA36CAFCB9}"/>
          </ac:picMkLst>
        </pc:picChg>
      </pc:sldChg>
      <pc:sldChg chg="addSp modSp new mod">
        <pc:chgData name="Botond Szemes" userId="9ad5295e-c011-431e-9933-da85a69d50eb" providerId="ADAL" clId="{FE312727-2FF1-41BE-81FD-03C074F4A432}" dt="2026-04-08T12:21:34.613" v="2892" actId="20577"/>
        <pc:sldMkLst>
          <pc:docMk/>
          <pc:sldMk cId="2799758240" sldId="302"/>
        </pc:sldMkLst>
        <pc:spChg chg="mod">
          <ac:chgData name="Botond Szemes" userId="9ad5295e-c011-431e-9933-da85a69d50eb" providerId="ADAL" clId="{FE312727-2FF1-41BE-81FD-03C074F4A432}" dt="2026-04-08T12:19:10.775" v="2830" actId="20577"/>
          <ac:spMkLst>
            <pc:docMk/>
            <pc:sldMk cId="2799758240" sldId="302"/>
            <ac:spMk id="2" creationId="{477A5B26-27EA-647B-8AB6-56DA28A5298D}"/>
          </ac:spMkLst>
        </pc:spChg>
        <pc:spChg chg="mod">
          <ac:chgData name="Botond Szemes" userId="9ad5295e-c011-431e-9933-da85a69d50eb" providerId="ADAL" clId="{FE312727-2FF1-41BE-81FD-03C074F4A432}" dt="2026-04-08T12:21:34.613" v="2892" actId="20577"/>
          <ac:spMkLst>
            <pc:docMk/>
            <pc:sldMk cId="2799758240" sldId="302"/>
            <ac:spMk id="3" creationId="{084BDB6E-F9BE-F50F-670A-90240A9A9536}"/>
          </ac:spMkLst>
        </pc:spChg>
        <pc:picChg chg="add mod">
          <ac:chgData name="Botond Szemes" userId="9ad5295e-c011-431e-9933-da85a69d50eb" providerId="ADAL" clId="{FE312727-2FF1-41BE-81FD-03C074F4A432}" dt="2026-04-08T12:21:31.054" v="2891" actId="1076"/>
          <ac:picMkLst>
            <pc:docMk/>
            <pc:sldMk cId="2799758240" sldId="302"/>
            <ac:picMk id="5" creationId="{62647371-E929-D8CF-97C2-A0F6AC45D62C}"/>
          </ac:picMkLst>
        </pc:picChg>
      </pc:sldChg>
      <pc:sldChg chg="modSp add mod">
        <pc:chgData name="Botond Szemes" userId="9ad5295e-c011-431e-9933-da85a69d50eb" providerId="ADAL" clId="{FE312727-2FF1-41BE-81FD-03C074F4A432}" dt="2026-04-09T09:29:37.592" v="3031" actId="20577"/>
        <pc:sldMkLst>
          <pc:docMk/>
          <pc:sldMk cId="4057104168" sldId="304"/>
        </pc:sldMkLst>
        <pc:spChg chg="mod">
          <ac:chgData name="Botond Szemes" userId="9ad5295e-c011-431e-9933-da85a69d50eb" providerId="ADAL" clId="{FE312727-2FF1-41BE-81FD-03C074F4A432}" dt="2026-04-09T09:29:37.592" v="3031" actId="20577"/>
          <ac:spMkLst>
            <pc:docMk/>
            <pc:sldMk cId="4057104168" sldId="304"/>
            <ac:spMk id="2" creationId="{9F267A98-5EFC-6EE1-23D2-C20FF7216AF6}"/>
          </ac:spMkLst>
        </pc:spChg>
      </pc:sldChg>
      <pc:sldChg chg="addSp delSp modSp new mod">
        <pc:chgData name="Botond Szemes" userId="9ad5295e-c011-431e-9933-da85a69d50eb" providerId="ADAL" clId="{FE312727-2FF1-41BE-81FD-03C074F4A432}" dt="2026-04-09T09:23:37.405" v="2984" actId="1076"/>
        <pc:sldMkLst>
          <pc:docMk/>
          <pc:sldMk cId="1067938002" sldId="305"/>
        </pc:sldMkLst>
        <pc:spChg chg="add mod">
          <ac:chgData name="Botond Szemes" userId="9ad5295e-c011-431e-9933-da85a69d50eb" providerId="ADAL" clId="{FE312727-2FF1-41BE-81FD-03C074F4A432}" dt="2026-04-09T09:22:48.763" v="2974" actId="14100"/>
          <ac:spMkLst>
            <pc:docMk/>
            <pc:sldMk cId="1067938002" sldId="305"/>
            <ac:spMk id="6" creationId="{14C7F5CC-6BBF-7980-7DF9-586F026FBD03}"/>
          </ac:spMkLst>
        </pc:spChg>
        <pc:spChg chg="add mod">
          <ac:chgData name="Botond Szemes" userId="9ad5295e-c011-431e-9933-da85a69d50eb" providerId="ADAL" clId="{FE312727-2FF1-41BE-81FD-03C074F4A432}" dt="2026-04-09T09:23:16.698" v="2980" actId="1582"/>
          <ac:spMkLst>
            <pc:docMk/>
            <pc:sldMk cId="1067938002" sldId="305"/>
            <ac:spMk id="7" creationId="{C5B965E6-0221-5DA4-958F-77F6FA94957D}"/>
          </ac:spMkLst>
        </pc:spChg>
        <pc:spChg chg="add mod">
          <ac:chgData name="Botond Szemes" userId="9ad5295e-c011-431e-9933-da85a69d50eb" providerId="ADAL" clId="{FE312727-2FF1-41BE-81FD-03C074F4A432}" dt="2026-04-09T09:23:30.360" v="2982" actId="1076"/>
          <ac:spMkLst>
            <pc:docMk/>
            <pc:sldMk cId="1067938002" sldId="305"/>
            <ac:spMk id="8" creationId="{262E9F98-61F9-E703-48EA-DC1F6DA1E102}"/>
          </ac:spMkLst>
        </pc:spChg>
        <pc:picChg chg="add mod ord">
          <ac:chgData name="Botond Szemes" userId="9ad5295e-c011-431e-9933-da85a69d50eb" providerId="ADAL" clId="{FE312727-2FF1-41BE-81FD-03C074F4A432}" dt="2026-04-09T09:23:37.405" v="2984" actId="1076"/>
          <ac:picMkLst>
            <pc:docMk/>
            <pc:sldMk cId="1067938002" sldId="305"/>
            <ac:picMk id="5" creationId="{A855A435-3906-A06A-0672-26EE7E29830B}"/>
          </ac:picMkLst>
        </pc:picChg>
      </pc:sldChg>
      <pc:sldChg chg="modSp add mod">
        <pc:chgData name="Botond Szemes" userId="9ad5295e-c011-431e-9933-da85a69d50eb" providerId="ADAL" clId="{FE312727-2FF1-41BE-81FD-03C074F4A432}" dt="2026-04-09T09:23:57.634" v="2986" actId="1076"/>
        <pc:sldMkLst>
          <pc:docMk/>
          <pc:sldMk cId="4185019675" sldId="306"/>
        </pc:sldMkLst>
        <pc:spChg chg="mod">
          <ac:chgData name="Botond Szemes" userId="9ad5295e-c011-431e-9933-da85a69d50eb" providerId="ADAL" clId="{FE312727-2FF1-41BE-81FD-03C074F4A432}" dt="2026-04-09T09:23:57.634" v="2986" actId="1076"/>
          <ac:spMkLst>
            <pc:docMk/>
            <pc:sldMk cId="4185019675" sldId="306"/>
            <ac:spMk id="6" creationId="{FCB90C17-5FC8-A3F0-B9AF-22C4496466C4}"/>
          </ac:spMkLst>
        </pc:spChg>
      </pc:sldChg>
      <pc:sldChg chg="modSp add mod ord">
        <pc:chgData name="Botond Szemes" userId="9ad5295e-c011-431e-9933-da85a69d50eb" providerId="ADAL" clId="{FE312727-2FF1-41BE-81FD-03C074F4A432}" dt="2026-04-09T09:24:49.901" v="2996"/>
        <pc:sldMkLst>
          <pc:docMk/>
          <pc:sldMk cId="2228122084" sldId="308"/>
        </pc:sldMkLst>
        <pc:spChg chg="mod">
          <ac:chgData name="Botond Szemes" userId="9ad5295e-c011-431e-9933-da85a69d50eb" providerId="ADAL" clId="{FE312727-2FF1-41BE-81FD-03C074F4A432}" dt="2026-04-09T09:24:24.558" v="2993" actId="1076"/>
          <ac:spMkLst>
            <pc:docMk/>
            <pc:sldMk cId="2228122084" sldId="308"/>
            <ac:spMk id="6" creationId="{701AD2AD-CF2F-B48D-5812-FAAEA985D31B}"/>
          </ac:spMkLst>
        </pc:spChg>
        <pc:picChg chg="mod">
          <ac:chgData name="Botond Szemes" userId="9ad5295e-c011-431e-9933-da85a69d50eb" providerId="ADAL" clId="{FE312727-2FF1-41BE-81FD-03C074F4A432}" dt="2026-04-09T09:24:15.557" v="2992" actId="1076"/>
          <ac:picMkLst>
            <pc:docMk/>
            <pc:sldMk cId="2228122084" sldId="308"/>
            <ac:picMk id="5" creationId="{61F9C904-9831-ADC4-4596-4F3588517AF4}"/>
          </ac:picMkLst>
        </pc:picChg>
      </pc:sldChg>
      <pc:sldChg chg="modSp add mod">
        <pc:chgData name="Botond Szemes" userId="9ad5295e-c011-431e-9933-da85a69d50eb" providerId="ADAL" clId="{FE312727-2FF1-41BE-81FD-03C074F4A432}" dt="2026-04-09T09:25:38.157" v="3006" actId="14100"/>
        <pc:sldMkLst>
          <pc:docMk/>
          <pc:sldMk cId="3223289073" sldId="309"/>
        </pc:sldMkLst>
        <pc:spChg chg="mod">
          <ac:chgData name="Botond Szemes" userId="9ad5295e-c011-431e-9933-da85a69d50eb" providerId="ADAL" clId="{FE312727-2FF1-41BE-81FD-03C074F4A432}" dt="2026-04-09T09:25:38.157" v="3006" actId="14100"/>
          <ac:spMkLst>
            <pc:docMk/>
            <pc:sldMk cId="3223289073" sldId="309"/>
            <ac:spMk id="6" creationId="{6F40C852-F560-FE01-08F8-6285DFE34418}"/>
          </ac:spMkLst>
        </pc:spChg>
        <pc:picChg chg="mod">
          <ac:chgData name="Botond Szemes" userId="9ad5295e-c011-431e-9933-da85a69d50eb" providerId="ADAL" clId="{FE312727-2FF1-41BE-81FD-03C074F4A432}" dt="2026-04-09T09:25:27.047" v="3004" actId="1076"/>
          <ac:picMkLst>
            <pc:docMk/>
            <pc:sldMk cId="3223289073" sldId="309"/>
            <ac:picMk id="5" creationId="{0E6D5638-E91C-BA67-908F-B43BE0EAE2D0}"/>
          </ac:picMkLst>
        </pc:picChg>
      </pc:sldChg>
      <pc:sldChg chg="addSp delSp modSp add mod">
        <pc:chgData name="Botond Szemes" userId="9ad5295e-c011-431e-9933-da85a69d50eb" providerId="ADAL" clId="{FE312727-2FF1-41BE-81FD-03C074F4A432}" dt="2026-04-09T09:28:03.359" v="3027" actId="478"/>
        <pc:sldMkLst>
          <pc:docMk/>
          <pc:sldMk cId="2873936869" sldId="310"/>
        </pc:sldMkLst>
        <pc:spChg chg="add mod">
          <ac:chgData name="Botond Szemes" userId="9ad5295e-c011-431e-9933-da85a69d50eb" providerId="ADAL" clId="{FE312727-2FF1-41BE-81FD-03C074F4A432}" dt="2026-04-09T09:27:34.611" v="3022" actId="14100"/>
          <ac:spMkLst>
            <pc:docMk/>
            <pc:sldMk cId="2873936869" sldId="310"/>
            <ac:spMk id="2" creationId="{ADC75186-0595-428E-0FAC-0207CBC15EEB}"/>
          </ac:spMkLst>
        </pc:spChg>
        <pc:spChg chg="mod">
          <ac:chgData name="Botond Szemes" userId="9ad5295e-c011-431e-9933-da85a69d50eb" providerId="ADAL" clId="{FE312727-2FF1-41BE-81FD-03C074F4A432}" dt="2026-04-09T09:27:28.822" v="3021" actId="1076"/>
          <ac:spMkLst>
            <pc:docMk/>
            <pc:sldMk cId="2873936869" sldId="310"/>
            <ac:spMk id="6" creationId="{1070FC2C-902B-03D2-E81B-BB15DFF02E7E}"/>
          </ac:spMkLst>
        </pc:spChg>
        <pc:picChg chg="mod">
          <ac:chgData name="Botond Szemes" userId="9ad5295e-c011-431e-9933-da85a69d50eb" providerId="ADAL" clId="{FE312727-2FF1-41BE-81FD-03C074F4A432}" dt="2026-04-09T09:27:59.656" v="3026" actId="1076"/>
          <ac:picMkLst>
            <pc:docMk/>
            <pc:sldMk cId="2873936869" sldId="310"/>
            <ac:picMk id="5" creationId="{55CEC70A-3B8D-F90D-0EF0-8F55FBE54CBE}"/>
          </ac:picMkLst>
        </pc:picChg>
      </pc:sldChg>
      <pc:sldChg chg="delSp modSp add mod">
        <pc:chgData name="Botond Szemes" userId="9ad5295e-c011-431e-9933-da85a69d50eb" providerId="ADAL" clId="{FE312727-2FF1-41BE-81FD-03C074F4A432}" dt="2026-04-09T09:28:24.088" v="3030" actId="1076"/>
        <pc:sldMkLst>
          <pc:docMk/>
          <pc:sldMk cId="2413444254" sldId="311"/>
        </pc:sldMkLst>
        <pc:spChg chg="mod">
          <ac:chgData name="Botond Szemes" userId="9ad5295e-c011-431e-9933-da85a69d50eb" providerId="ADAL" clId="{FE312727-2FF1-41BE-81FD-03C074F4A432}" dt="2026-04-09T09:28:24.088" v="3030" actId="1076"/>
          <ac:spMkLst>
            <pc:docMk/>
            <pc:sldMk cId="2413444254" sldId="311"/>
            <ac:spMk id="2" creationId="{94818899-AB67-BCFA-E27E-652158FC7DA5}"/>
          </ac:spMkLst>
        </pc:spChg>
      </pc:sldChg>
      <pc:sldChg chg="modSp new mod">
        <pc:chgData name="Botond Szemes" userId="9ad5295e-c011-431e-9933-da85a69d50eb" providerId="ADAL" clId="{FE312727-2FF1-41BE-81FD-03C074F4A432}" dt="2026-04-29T13:07:39.802" v="3149" actId="20577"/>
        <pc:sldMkLst>
          <pc:docMk/>
          <pc:sldMk cId="3429942846" sldId="312"/>
        </pc:sldMkLst>
        <pc:spChg chg="mod">
          <ac:chgData name="Botond Szemes" userId="9ad5295e-c011-431e-9933-da85a69d50eb" providerId="ADAL" clId="{FE312727-2FF1-41BE-81FD-03C074F4A432}" dt="2026-04-29T13:07:39.802" v="3149" actId="20577"/>
          <ac:spMkLst>
            <pc:docMk/>
            <pc:sldMk cId="3429942846" sldId="312"/>
            <ac:spMk id="2" creationId="{108F954F-968C-DF65-322B-D0AF9221CBED}"/>
          </ac:spMkLst>
        </pc:spChg>
        <pc:spChg chg="mod">
          <ac:chgData name="Botond Szemes" userId="9ad5295e-c011-431e-9933-da85a69d50eb" providerId="ADAL" clId="{FE312727-2FF1-41BE-81FD-03C074F4A432}" dt="2026-04-29T13:07:32.322" v="3140" actId="20577"/>
          <ac:spMkLst>
            <pc:docMk/>
            <pc:sldMk cId="3429942846" sldId="312"/>
            <ac:spMk id="3" creationId="{AA2A10ED-E2CC-875D-EA54-DFCBC6EE6FE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60B7B-A797-B541-5F0F-26B7544E2A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C1E409-8204-919E-8B6B-361611DE0B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CBFE6-4078-30B3-1245-910FA1FB2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DA6-6A52-430F-BC24-89803051C4CB}" type="datetimeFigureOut">
              <a:rPr lang="et-EE" smtClean="0"/>
              <a:t>29.04.2026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A95B6-6B9A-C482-1446-F8D2FCB63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071F2-0FBD-1EC0-B0C4-5DED9C3BF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8155-9D4F-45AD-984E-2A6F0BE78B3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885923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F2788-4C7E-CA6B-62DB-799549D50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7163C-55B3-1B09-14EF-9C4E724A1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F8C5C-1D20-7C68-0D91-990367331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DA6-6A52-430F-BC24-89803051C4CB}" type="datetimeFigureOut">
              <a:rPr lang="et-EE" smtClean="0"/>
              <a:t>29.04.2026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AB297-0D2C-DB50-67F1-743CFC026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C504A-C0E7-CF28-9265-4A2915BF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8155-9D4F-45AD-984E-2A6F0BE78B3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68913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A9A71-EACC-5E1E-0BC6-B4FF4804A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026FB-9085-E883-A785-E9DF6E426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885EB-3AAB-C937-62DE-41CDB1FF4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DA6-6A52-430F-BC24-89803051C4CB}" type="datetimeFigureOut">
              <a:rPr lang="et-EE" smtClean="0"/>
              <a:t>29.04.2026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1E39F-7524-D23B-B708-B63DE1519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53D36-DC05-0DFF-AD53-F8DC02259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8155-9D4F-45AD-984E-2A6F0BE78B3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369944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9C4CA-9D46-9C80-BAB5-2DAFB2553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9D13D-E1FD-5BCA-51FC-1670071255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15FAF-00AD-0D4A-4B61-065BEE5456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E58C47-FD3F-80AB-C0F2-CDE80C7CC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DA6-6A52-430F-BC24-89803051C4CB}" type="datetimeFigureOut">
              <a:rPr lang="et-EE" smtClean="0"/>
              <a:t>29.04.2026</a:t>
            </a:fld>
            <a:endParaRPr lang="et-E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E6E5F-8B4D-9D33-917A-8B3137C76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49232-BF75-2DF4-D677-D4557E7AE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8155-9D4F-45AD-984E-2A6F0BE78B3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260626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7C651-B0F2-D719-034E-EE16FD4BE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CDF18-89D9-7259-0E52-AD1CDFC29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52ABD-4025-DE54-1655-1C2046403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2DA0DC-E3C3-2B06-5701-E7E83D8B32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1AA9A7-1EF5-608B-9206-A622343550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E627B5-C275-3A92-AE25-12F366205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DA6-6A52-430F-BC24-89803051C4CB}" type="datetimeFigureOut">
              <a:rPr lang="et-EE" smtClean="0"/>
              <a:t>29.04.2026</a:t>
            </a:fld>
            <a:endParaRPr lang="et-E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A930D0-216C-287E-5D25-39F03A86C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337458-4493-BF1F-19F1-AB66946E3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8155-9D4F-45AD-984E-2A6F0BE78B3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520604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6C9CB-E545-D8F4-DFB0-F59A4CF0B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95BA1B-AF2A-C597-07E5-1526B9CF8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DA6-6A52-430F-BC24-89803051C4CB}" type="datetimeFigureOut">
              <a:rPr lang="et-EE" smtClean="0"/>
              <a:t>29.04.2026</a:t>
            </a:fld>
            <a:endParaRPr lang="et-E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F9C7F3-B882-5083-8298-4E7A430D1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0736AC-2924-DDE1-CFF8-68DA4CCC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8155-9D4F-45AD-984E-2A6F0BE78B3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005645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97A041-D2F3-9063-8543-B3EE2A28A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DA6-6A52-430F-BC24-89803051C4CB}" type="datetimeFigureOut">
              <a:rPr lang="et-EE" smtClean="0"/>
              <a:t>29.04.2026</a:t>
            </a:fld>
            <a:endParaRPr lang="et-E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0DC225-D6B3-E9C1-22A8-7DA8A74C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0BE3B-67F2-7A78-308E-E80DBCF8A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8155-9D4F-45AD-984E-2A6F0BE78B3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20715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62FE6-0E5B-6ACB-0C66-CE8DFF886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B2A7F-729E-73C8-BCBE-29904D6BE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90D4A-AD6B-2198-E932-75630FC08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951CC-1CA8-F357-C971-D40E26A89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DA6-6A52-430F-BC24-89803051C4CB}" type="datetimeFigureOut">
              <a:rPr lang="et-EE" smtClean="0"/>
              <a:t>29.04.2026</a:t>
            </a:fld>
            <a:endParaRPr lang="et-E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B6E52-ACA5-0CBB-FD83-5731A5EE1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31CAD-1853-49EE-D1B2-5ECD7B807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8155-9D4F-45AD-984E-2A6F0BE78B3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399324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65A62-45BE-4E34-847F-5B4EB818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66AF6C-40BB-EAAD-1027-622C046BF6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t-E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6ED383-45E5-CC0D-4586-5F9F592E5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1E5CD-03CB-9065-AFBB-9A8BB9945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DA6-6A52-430F-BC24-89803051C4CB}" type="datetimeFigureOut">
              <a:rPr lang="et-EE" smtClean="0"/>
              <a:t>29.04.2026</a:t>
            </a:fld>
            <a:endParaRPr lang="et-E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3D5BC-B50C-45FF-6240-4DC6DF013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41329-9A81-AF63-F170-99D1363D1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8155-9D4F-45AD-984E-2A6F0BE78B3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761288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368DC-9EBE-A37E-B9E6-A3BEEFEFD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3C6BC5-8244-7954-4806-E91F98BE9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CF31E-3F85-52BA-17CE-14C259868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DA6-6A52-430F-BC24-89803051C4CB}" type="datetimeFigureOut">
              <a:rPr lang="et-EE" smtClean="0"/>
              <a:t>29.04.2026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F3A53-838E-6797-4904-56015CCA9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B27C3-E764-74E5-0333-74F828109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8155-9D4F-45AD-984E-2A6F0BE78B3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971612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7B7F38-48D5-A1D7-C130-60808E08A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B5903D-E08C-F4F7-2C01-DAE0F2E10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42DA6-C956-9E4D-2AE4-F2E33D0A3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DA6-6A52-430F-BC24-89803051C4CB}" type="datetimeFigureOut">
              <a:rPr lang="et-EE" smtClean="0"/>
              <a:t>29.04.2026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3357F-7E5A-2653-D148-AB14FE02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89B47-3417-D8D1-16DF-A22991377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8155-9D4F-45AD-984E-2A6F0BE78B3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884027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24CF95-18F8-2B59-F0B2-14557C8D1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8C5A0-22E6-E836-7FDA-32425CE41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6405F-5FD7-35C3-9657-CD7A6735B2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95FDA6-6A52-430F-BC24-89803051C4CB}" type="datetimeFigureOut">
              <a:rPr lang="et-EE" smtClean="0"/>
              <a:t>29.04.2026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70EE2-B2A7-9250-BE70-F1E221A3C5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1FA4F-F69C-49D8-041E-00350C29DD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318155-9D4F-45AD-984E-2A6F0BE78B3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125454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Ronald_Stuart_Burt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SfyNtK0UyRF4FtqwRPMEWGwcLNhQlcHm?usp=sha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EE6A9-E630-1B76-014A-8767649639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Global and Local Metrics for Network Analyses</a:t>
            </a:r>
            <a:endParaRPr lang="et-E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9D256-CCFB-3960-1866-73727B6FE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07265"/>
            <a:ext cx="9144000" cy="1050534"/>
          </a:xfrm>
        </p:spPr>
        <p:txBody>
          <a:bodyPr>
            <a:normAutofit fontScale="92500" lnSpcReduction="10000"/>
          </a:bodyPr>
          <a:lstStyle/>
          <a:p>
            <a:r>
              <a:rPr lang="hu-HU" sz="2000" dirty="0"/>
              <a:t>Botond Szemes</a:t>
            </a:r>
          </a:p>
          <a:p>
            <a:r>
              <a:rPr lang="hu-HU" sz="2000" dirty="0"/>
              <a:t>Univeristy of Tartu, DigiTS </a:t>
            </a:r>
          </a:p>
          <a:p>
            <a:r>
              <a:rPr lang="hu-HU" sz="2000" dirty="0"/>
              <a:t>May 2026, Netwrok Analysis Doctoral School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4237ED-A0AE-700C-C089-90727573D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61083"/>
            <a:ext cx="5573486" cy="13969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B08999-33F8-8B38-5DB3-93AE969338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571" y="5735637"/>
            <a:ext cx="5007429" cy="105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280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8F0AA-D1E0-2CC8-6C28-7BDB366DC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Turn networks into numbers!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D178C-7440-FAF7-6A73-94318239E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So far, networks have primarily been used as visualizations to support the interpretation of relational data.</a:t>
            </a:r>
            <a:endParaRPr lang="hu-HU" dirty="0"/>
          </a:p>
          <a:p>
            <a:pPr algn="just"/>
            <a:r>
              <a:rPr lang="en-US" dirty="0"/>
              <a:t>However, for precise comparison and/or large-scale analysis, networks need to be described mathematically.</a:t>
            </a:r>
            <a:endParaRPr lang="hu-HU" dirty="0"/>
          </a:p>
          <a:p>
            <a:pPr algn="just"/>
            <a:r>
              <a:rPr lang="en-US" dirty="0"/>
              <a:t>Chain of transformations (Bruno Latour): texts → edited texts → digital versions of texts → networks → numbers → etc.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4254497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62B42-6AD0-21D4-959F-7FD846952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Quick Recap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49598-BB8B-036C-63A3-CF2F5EACC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Directed / undirected</a:t>
            </a:r>
          </a:p>
          <a:p>
            <a:r>
              <a:rPr lang="hu-HU" dirty="0"/>
              <a:t>Node</a:t>
            </a:r>
          </a:p>
          <a:p>
            <a:r>
              <a:rPr lang="hu-HU" dirty="0"/>
              <a:t>Edge</a:t>
            </a:r>
          </a:p>
          <a:p>
            <a:r>
              <a:rPr lang="hu-HU" dirty="0"/>
              <a:t>Path</a:t>
            </a:r>
          </a:p>
          <a:p>
            <a:r>
              <a:rPr lang="hu-HU" dirty="0"/>
              <a:t>Size: number of nodes</a:t>
            </a:r>
          </a:p>
          <a:p>
            <a:endParaRPr lang="et-E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21A5FE-B683-F070-77AD-89D6B79E6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739" y="681037"/>
            <a:ext cx="7292898" cy="4861932"/>
          </a:xfrm>
          <a:prstGeom prst="rect">
            <a:avLst/>
          </a:prstGeom>
        </p:spPr>
      </p:pic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AFCAA449-2B3E-69A5-4A19-E818D1B62BF9}"/>
              </a:ext>
            </a:extLst>
          </p:cNvPr>
          <p:cNvSpPr/>
          <p:nvPr/>
        </p:nvSpPr>
        <p:spPr>
          <a:xfrm>
            <a:off x="7705493" y="4001294"/>
            <a:ext cx="434897" cy="436891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D8E47393-9F24-04BD-30BE-65D7C5BB9813}"/>
              </a:ext>
            </a:extLst>
          </p:cNvPr>
          <p:cNvSpPr/>
          <p:nvPr/>
        </p:nvSpPr>
        <p:spPr>
          <a:xfrm>
            <a:off x="10553468" y="2182019"/>
            <a:ext cx="434897" cy="436891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4E5B15-961A-ACDA-E6CE-3BDAEC6F0D7B}"/>
              </a:ext>
            </a:extLst>
          </p:cNvPr>
          <p:cNvCxnSpPr/>
          <p:nvPr/>
        </p:nvCxnSpPr>
        <p:spPr>
          <a:xfrm flipV="1">
            <a:off x="8296275" y="3305175"/>
            <a:ext cx="847725" cy="8001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0333A0-1461-104C-C119-15ACE2D2B506}"/>
              </a:ext>
            </a:extLst>
          </p:cNvPr>
          <p:cNvCxnSpPr>
            <a:cxnSpLocks/>
          </p:cNvCxnSpPr>
          <p:nvPr/>
        </p:nvCxnSpPr>
        <p:spPr>
          <a:xfrm flipV="1">
            <a:off x="9525000" y="2618910"/>
            <a:ext cx="1028468" cy="35639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567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0B1AB-ECB9-8BF0-AB30-D0EA8C985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</a:t>
            </a:r>
            <a:r>
              <a:rPr lang="et-EE" dirty="0" err="1"/>
              <a:t>djacency</a:t>
            </a:r>
            <a:r>
              <a:rPr lang="et-EE" dirty="0"/>
              <a:t> </a:t>
            </a:r>
            <a:r>
              <a:rPr lang="et-EE" dirty="0" err="1"/>
              <a:t>matrix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5FF74-3F83-3BCC-AAC3-95F48767E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37389" cy="1325563"/>
          </a:xfrm>
        </p:spPr>
        <p:txBody>
          <a:bodyPr>
            <a:normAutofit fontScale="92500" lnSpcReduction="10000"/>
          </a:bodyPr>
          <a:lstStyle/>
          <a:p>
            <a:r>
              <a:rPr lang="hu-HU" dirty="0"/>
              <a:t>Matrix form of a network</a:t>
            </a:r>
          </a:p>
          <a:p>
            <a:r>
              <a:rPr lang="hu-HU" dirty="0"/>
              <a:t>Much harder to read for human eye</a:t>
            </a:r>
          </a:p>
          <a:p>
            <a:r>
              <a:rPr lang="hu-HU" dirty="0"/>
              <a:t>Easier to compute</a:t>
            </a:r>
          </a:p>
          <a:p>
            <a:endParaRPr lang="et-E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0C442D-11F1-7258-E43D-A94675DB5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81" y="3151187"/>
            <a:ext cx="6375764" cy="42505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FD5FD7-E431-13CE-0D3F-1E631C0F0692}"/>
              </a:ext>
            </a:extLst>
          </p:cNvPr>
          <p:cNvSpPr txBox="1"/>
          <p:nvPr/>
        </p:nvSpPr>
        <p:spPr>
          <a:xfrm>
            <a:off x="1705233" y="4868561"/>
            <a:ext cx="3353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200" dirty="0"/>
              <a:t>1</a:t>
            </a:r>
            <a:endParaRPr lang="et-EE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951498-30C7-BB40-E359-8005587977CC}"/>
              </a:ext>
            </a:extLst>
          </p:cNvPr>
          <p:cNvSpPr txBox="1"/>
          <p:nvPr/>
        </p:nvSpPr>
        <p:spPr>
          <a:xfrm>
            <a:off x="1968157" y="6061988"/>
            <a:ext cx="3353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200" dirty="0"/>
              <a:t>2</a:t>
            </a:r>
            <a:endParaRPr lang="et-EE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DBEAC6-9454-0560-1959-FCD0D564E78B}"/>
              </a:ext>
            </a:extLst>
          </p:cNvPr>
          <p:cNvSpPr txBox="1"/>
          <p:nvPr/>
        </p:nvSpPr>
        <p:spPr>
          <a:xfrm>
            <a:off x="3041697" y="4893380"/>
            <a:ext cx="3353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200" dirty="0"/>
              <a:t>3</a:t>
            </a:r>
            <a:endParaRPr lang="et-EE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87D29C-7E00-6016-A10F-A1868E4D200D}"/>
              </a:ext>
            </a:extLst>
          </p:cNvPr>
          <p:cNvSpPr txBox="1"/>
          <p:nvPr/>
        </p:nvSpPr>
        <p:spPr>
          <a:xfrm>
            <a:off x="2745354" y="3974459"/>
            <a:ext cx="3353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200" dirty="0"/>
              <a:t>4</a:t>
            </a:r>
            <a:endParaRPr lang="et-EE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404E2B-3EF5-9E1B-F2CE-60BDC7AD4391}"/>
              </a:ext>
            </a:extLst>
          </p:cNvPr>
          <p:cNvSpPr txBox="1"/>
          <p:nvPr/>
        </p:nvSpPr>
        <p:spPr>
          <a:xfrm>
            <a:off x="4450373" y="4462493"/>
            <a:ext cx="3353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200" dirty="0"/>
              <a:t>5</a:t>
            </a:r>
            <a:endParaRPr lang="et-EE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1FA931-F1B5-EEA2-04E9-32B481852503}"/>
              </a:ext>
            </a:extLst>
          </p:cNvPr>
          <p:cNvSpPr txBox="1"/>
          <p:nvPr/>
        </p:nvSpPr>
        <p:spPr>
          <a:xfrm>
            <a:off x="4081277" y="5750010"/>
            <a:ext cx="3353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200" dirty="0"/>
              <a:t>6</a:t>
            </a:r>
            <a:endParaRPr lang="et-EE" sz="2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CC161A-2601-A34E-1DE7-AF3A2449D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961" y="3706813"/>
            <a:ext cx="3658111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536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EC174-FA67-B35E-02C0-4ADFB4BF5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185D3-0272-F264-A2DB-1334B09DE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hu-HU" b="1" dirty="0"/>
              <a:t>Chapter 1</a:t>
            </a:r>
            <a:br>
              <a:rPr lang="hu-HU" b="1" dirty="0"/>
            </a:br>
            <a:r>
              <a:rPr lang="hu-HU" b="1" dirty="0"/>
              <a:t>Node-level metrics</a:t>
            </a:r>
            <a:endParaRPr lang="et-EE" b="1" dirty="0"/>
          </a:p>
        </p:txBody>
      </p:sp>
    </p:spTree>
    <p:extLst>
      <p:ext uri="{BB962C8B-B14F-4D97-AF65-F5344CB8AC3E}">
        <p14:creationId xmlns:p14="http://schemas.microsoft.com/office/powerpoint/2010/main" val="828331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D72DB-848C-AC28-8B37-D030B6EEE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Node-level metrics - </a:t>
            </a:r>
            <a:r>
              <a:rPr lang="en-US" dirty="0"/>
              <a:t>Centrality Measures</a:t>
            </a:r>
            <a:r>
              <a:rPr lang="hu-HU" dirty="0"/>
              <a:t> 1.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82858-0A7B-27DA-C7F8-637D3ADCF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920" y="1825625"/>
            <a:ext cx="9984258" cy="4351338"/>
          </a:xfrm>
        </p:spPr>
        <p:txBody>
          <a:bodyPr>
            <a:normAutofit/>
          </a:bodyPr>
          <a:lstStyle/>
          <a:p>
            <a:r>
              <a:rPr lang="en-US" b="1" dirty="0"/>
              <a:t>Degree centrality</a:t>
            </a:r>
            <a:br>
              <a:rPr lang="en-US" dirty="0"/>
            </a:br>
            <a:r>
              <a:rPr lang="en-US" dirty="0"/>
              <a:t>Number of connections a node has.</a:t>
            </a:r>
            <a:endParaRPr lang="hu-HU" dirty="0"/>
          </a:p>
          <a:p>
            <a:pPr marL="0" indent="0">
              <a:buNone/>
            </a:pPr>
            <a:r>
              <a:rPr lang="hu-HU" dirty="0"/>
              <a:t> </a:t>
            </a:r>
            <a:r>
              <a:rPr lang="en-US" dirty="0"/>
              <a:t>→ Measures immediate activity or popularity. </a:t>
            </a:r>
            <a:endParaRPr lang="hu-HU" dirty="0"/>
          </a:p>
          <a:p>
            <a:r>
              <a:rPr lang="hu-HU" b="1" dirty="0"/>
              <a:t>Node strength</a:t>
            </a:r>
          </a:p>
          <a:p>
            <a:pPr marL="0" indent="0">
              <a:buNone/>
            </a:pPr>
            <a:r>
              <a:rPr lang="hu-HU" dirty="0"/>
              <a:t>   Sum of weights of edges connected to the node</a:t>
            </a:r>
          </a:p>
          <a:p>
            <a:r>
              <a:rPr lang="hu-HU" b="1" dirty="0"/>
              <a:t>Scale-free </a:t>
            </a:r>
            <a:r>
              <a:rPr lang="hu-HU" dirty="0"/>
              <a:t>networks (Barabási 1999):</a:t>
            </a:r>
          </a:p>
          <a:p>
            <a:pPr lvl="1"/>
            <a:r>
              <a:rPr lang="en-US" dirty="0"/>
              <a:t>node degrees follows a power law</a:t>
            </a:r>
            <a:endParaRPr lang="hu-HU" dirty="0"/>
          </a:p>
          <a:p>
            <a:pPr lvl="1"/>
            <a:r>
              <a:rPr lang="hu-HU" dirty="0"/>
              <a:t>t</a:t>
            </a:r>
            <a:r>
              <a:rPr lang="en-US" dirty="0"/>
              <a:t>here is no typical (average) node degree</a:t>
            </a:r>
            <a:endParaRPr lang="hu-HU" dirty="0"/>
          </a:p>
          <a:p>
            <a:pPr lvl="1"/>
            <a:r>
              <a:rPr lang="hu-HU" dirty="0"/>
              <a:t>„rich gets richer”</a:t>
            </a:r>
            <a:endParaRPr lang="en-US" dirty="0"/>
          </a:p>
          <a:p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17896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55A435-3906-A06A-0672-26EE7E2983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90" y="914400"/>
            <a:ext cx="11567619" cy="47743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4C7F5CC-6BBF-7980-7DF9-586F026FBD03}"/>
              </a:ext>
            </a:extLst>
          </p:cNvPr>
          <p:cNvSpPr/>
          <p:nvPr/>
        </p:nvSpPr>
        <p:spPr>
          <a:xfrm>
            <a:off x="6946900" y="1348740"/>
            <a:ext cx="1574800" cy="3543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5B965E6-0221-5DA4-958F-77F6FA94957D}"/>
              </a:ext>
            </a:extLst>
          </p:cNvPr>
          <p:cNvSpPr/>
          <p:nvPr/>
        </p:nvSpPr>
        <p:spPr>
          <a:xfrm>
            <a:off x="6000750" y="2526030"/>
            <a:ext cx="765810" cy="77724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62E9F98-61F9-E703-48EA-DC1F6DA1E102}"/>
              </a:ext>
            </a:extLst>
          </p:cNvPr>
          <p:cNvSpPr/>
          <p:nvPr/>
        </p:nvSpPr>
        <p:spPr>
          <a:xfrm>
            <a:off x="1398270" y="1348740"/>
            <a:ext cx="765810" cy="77724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067938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D40F0-46E9-1DD4-DBAD-E1202F9DB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Node-level metrics - </a:t>
            </a:r>
            <a:r>
              <a:rPr lang="en-US" dirty="0"/>
              <a:t>Centrality Measures</a:t>
            </a:r>
            <a:r>
              <a:rPr lang="hu-HU" dirty="0"/>
              <a:t> 2.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57180-10A7-02B3-B87A-B94D61282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Betweenness centrality</a:t>
            </a:r>
            <a:br>
              <a:rPr lang="en-US" dirty="0"/>
            </a:br>
            <a:r>
              <a:rPr lang="en-US" dirty="0"/>
              <a:t>Fraction of shortest paths that pass through a node.</a:t>
            </a:r>
            <a:endParaRPr lang="hu-HU" dirty="0"/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→ Identifies nodes that act as </a:t>
            </a:r>
            <a:r>
              <a:rPr lang="en-US" b="1" dirty="0"/>
              <a:t>bridges</a:t>
            </a:r>
            <a:r>
              <a:rPr lang="en-US" dirty="0"/>
              <a:t> or brokers.</a:t>
            </a:r>
            <a:endParaRPr lang="hu-HU" dirty="0"/>
          </a:p>
          <a:p>
            <a:pPr marL="0" indent="0">
              <a:buNone/>
            </a:pPr>
            <a:r>
              <a:rPr lang="et-EE" dirty="0" err="1"/>
              <a:t>Granovetter</a:t>
            </a:r>
            <a:r>
              <a:rPr lang="hu-HU" dirty="0"/>
              <a:t>: The strenghts of weak ties</a:t>
            </a:r>
            <a:endParaRPr lang="en-US" dirty="0"/>
          </a:p>
          <a:p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4203764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E3BDF-FC50-EF9D-CDB2-B079BA040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Betweenness Centrality</a:t>
            </a:r>
            <a:endParaRPr lang="et-E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4B5287-EE4A-40A3-2A8C-31A7159D19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475" y="1923531"/>
            <a:ext cx="3777049" cy="408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07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4F98AE-2A33-DE8F-5B7A-C611998FD2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984" y="358346"/>
            <a:ext cx="6141308" cy="614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847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37C60E4-BE7C-D41B-A761-27447E422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039" y="840259"/>
            <a:ext cx="9911622" cy="527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576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87D4801-2E35-2C21-282A-765D928BF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319" y="266500"/>
            <a:ext cx="9298422" cy="6198948"/>
          </a:xfrm>
          <a:prstGeom prst="rect">
            <a:avLst/>
          </a:prstGeom>
        </p:spPr>
      </p:pic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4A4F5024-E7D2-9281-F937-9F90C924D2EF}"/>
              </a:ext>
            </a:extLst>
          </p:cNvPr>
          <p:cNvSpPr/>
          <p:nvPr/>
        </p:nvSpPr>
        <p:spPr>
          <a:xfrm>
            <a:off x="3973753" y="4557348"/>
            <a:ext cx="434897" cy="436891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2E91BF3B-F3A5-4C2A-678C-5B3D421766B0}"/>
              </a:ext>
            </a:extLst>
          </p:cNvPr>
          <p:cNvSpPr/>
          <p:nvPr/>
        </p:nvSpPr>
        <p:spPr>
          <a:xfrm>
            <a:off x="5160001" y="1641154"/>
            <a:ext cx="434897" cy="436891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39EE4BF4-F308-EA27-08ED-E7C3226773EA}"/>
              </a:ext>
            </a:extLst>
          </p:cNvPr>
          <p:cNvSpPr/>
          <p:nvPr/>
        </p:nvSpPr>
        <p:spPr>
          <a:xfrm>
            <a:off x="3627764" y="2867693"/>
            <a:ext cx="434897" cy="436891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A1C9926E-894B-BFA4-8975-17C6383F61C9}"/>
              </a:ext>
            </a:extLst>
          </p:cNvPr>
          <p:cNvSpPr/>
          <p:nvPr/>
        </p:nvSpPr>
        <p:spPr>
          <a:xfrm>
            <a:off x="1167362" y="5534693"/>
            <a:ext cx="434897" cy="436891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73E583-DEE1-1918-E893-B1E0C9DEC581}"/>
              </a:ext>
            </a:extLst>
          </p:cNvPr>
          <p:cNvSpPr txBox="1"/>
          <p:nvPr/>
        </p:nvSpPr>
        <p:spPr>
          <a:xfrm>
            <a:off x="1602259" y="5476139"/>
            <a:ext cx="21559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= 1/2</a:t>
            </a:r>
            <a:endParaRPr lang="et-EE" sz="30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5F745A-C035-9B85-9B64-1483A45463BE}"/>
              </a:ext>
            </a:extLst>
          </p:cNvPr>
          <p:cNvCxnSpPr/>
          <p:nvPr/>
        </p:nvCxnSpPr>
        <p:spPr>
          <a:xfrm>
            <a:off x="4062661" y="3429000"/>
            <a:ext cx="180155" cy="89611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DF7540E-21DE-8BC3-EA68-DFA7429CAAF1}"/>
              </a:ext>
            </a:extLst>
          </p:cNvPr>
          <p:cNvCxnSpPr>
            <a:cxnSpLocks/>
          </p:cNvCxnSpPr>
          <p:nvPr/>
        </p:nvCxnSpPr>
        <p:spPr>
          <a:xfrm flipV="1">
            <a:off x="4242816" y="2202461"/>
            <a:ext cx="917185" cy="81704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A17B459-0EF8-95A6-3AD9-B611302B6B89}"/>
              </a:ext>
            </a:extLst>
          </p:cNvPr>
          <p:cNvCxnSpPr>
            <a:cxnSpLocks/>
          </p:cNvCxnSpPr>
          <p:nvPr/>
        </p:nvCxnSpPr>
        <p:spPr>
          <a:xfrm flipH="1">
            <a:off x="4395216" y="3429000"/>
            <a:ext cx="982233" cy="104851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C267D50-5EF5-0C10-C7FC-57B2FCD77E31}"/>
              </a:ext>
            </a:extLst>
          </p:cNvPr>
          <p:cNvCxnSpPr>
            <a:cxnSpLocks/>
          </p:cNvCxnSpPr>
          <p:nvPr/>
        </p:nvCxnSpPr>
        <p:spPr>
          <a:xfrm>
            <a:off x="5340156" y="2304288"/>
            <a:ext cx="137100" cy="56340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6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38BD42-2324-979B-3B72-C37C8A213D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22" y="229430"/>
            <a:ext cx="9298422" cy="6198948"/>
          </a:xfrm>
          <a:prstGeom prst="rect">
            <a:avLst/>
          </a:prstGeom>
        </p:spPr>
      </p:pic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271AB564-0A29-31CA-4EC0-8B7B4543118D}"/>
              </a:ext>
            </a:extLst>
          </p:cNvPr>
          <p:cNvSpPr/>
          <p:nvPr/>
        </p:nvSpPr>
        <p:spPr>
          <a:xfrm>
            <a:off x="5505633" y="2992109"/>
            <a:ext cx="434897" cy="436891"/>
          </a:xfrm>
          <a:prstGeom prst="mathMultiply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51E2459C-A993-A5F9-46EC-E1638C4CBFEA}"/>
              </a:ext>
            </a:extLst>
          </p:cNvPr>
          <p:cNvSpPr/>
          <p:nvPr/>
        </p:nvSpPr>
        <p:spPr>
          <a:xfrm>
            <a:off x="3911529" y="4525253"/>
            <a:ext cx="434897" cy="436891"/>
          </a:xfrm>
          <a:prstGeom prst="mathMultiply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7E8B1D97-8376-A6D5-34B0-D2E8285A57C7}"/>
              </a:ext>
            </a:extLst>
          </p:cNvPr>
          <p:cNvSpPr/>
          <p:nvPr/>
        </p:nvSpPr>
        <p:spPr>
          <a:xfrm>
            <a:off x="5090897" y="1535165"/>
            <a:ext cx="434897" cy="436891"/>
          </a:xfrm>
          <a:prstGeom prst="mathMultiply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141F454D-5752-858D-7A4C-BEE5EF368B23}"/>
              </a:ext>
            </a:extLst>
          </p:cNvPr>
          <p:cNvSpPr/>
          <p:nvPr/>
        </p:nvSpPr>
        <p:spPr>
          <a:xfrm>
            <a:off x="7035729" y="4064988"/>
            <a:ext cx="434897" cy="436891"/>
          </a:xfrm>
          <a:prstGeom prst="mathMultiply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D62E765A-7532-7E2B-DEDB-243BB76F9743}"/>
              </a:ext>
            </a:extLst>
          </p:cNvPr>
          <p:cNvSpPr/>
          <p:nvPr/>
        </p:nvSpPr>
        <p:spPr>
          <a:xfrm>
            <a:off x="5090897" y="1535164"/>
            <a:ext cx="434897" cy="436891"/>
          </a:xfrm>
          <a:prstGeom prst="mathMultiply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26" name="Multiplication Sign 25">
            <a:extLst>
              <a:ext uri="{FF2B5EF4-FFF2-40B4-BE49-F238E27FC236}">
                <a16:creationId xmlns:a16="http://schemas.microsoft.com/office/drawing/2014/main" id="{180837F6-BEAC-3941-7267-48D207E050C0}"/>
              </a:ext>
            </a:extLst>
          </p:cNvPr>
          <p:cNvSpPr/>
          <p:nvPr/>
        </p:nvSpPr>
        <p:spPr>
          <a:xfrm>
            <a:off x="7035729" y="4064987"/>
            <a:ext cx="434897" cy="436891"/>
          </a:xfrm>
          <a:prstGeom prst="mathMultiply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B4AF0347-FD48-391D-D168-C353093E1C7C}"/>
              </a:ext>
            </a:extLst>
          </p:cNvPr>
          <p:cNvSpPr/>
          <p:nvPr/>
        </p:nvSpPr>
        <p:spPr>
          <a:xfrm>
            <a:off x="3567291" y="2840573"/>
            <a:ext cx="434897" cy="436891"/>
          </a:xfrm>
          <a:prstGeom prst="mathMultiply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28" name="Multiplication Sign 27">
            <a:extLst>
              <a:ext uri="{FF2B5EF4-FFF2-40B4-BE49-F238E27FC236}">
                <a16:creationId xmlns:a16="http://schemas.microsoft.com/office/drawing/2014/main" id="{9722598B-6941-E329-67B7-4A7EA761D007}"/>
              </a:ext>
            </a:extLst>
          </p:cNvPr>
          <p:cNvSpPr/>
          <p:nvPr/>
        </p:nvSpPr>
        <p:spPr>
          <a:xfrm>
            <a:off x="3911529" y="4525252"/>
            <a:ext cx="434897" cy="436891"/>
          </a:xfrm>
          <a:prstGeom prst="mathMultiply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29" name="Multiplication Sign 28">
            <a:extLst>
              <a:ext uri="{FF2B5EF4-FFF2-40B4-BE49-F238E27FC236}">
                <a16:creationId xmlns:a16="http://schemas.microsoft.com/office/drawing/2014/main" id="{23F4C3D3-5E31-3C4D-1341-9C0641130A0C}"/>
              </a:ext>
            </a:extLst>
          </p:cNvPr>
          <p:cNvSpPr/>
          <p:nvPr/>
        </p:nvSpPr>
        <p:spPr>
          <a:xfrm>
            <a:off x="7554075" y="2215912"/>
            <a:ext cx="434897" cy="436891"/>
          </a:xfrm>
          <a:prstGeom prst="mathMultiply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30" name="Multiplication Sign 29">
            <a:extLst>
              <a:ext uri="{FF2B5EF4-FFF2-40B4-BE49-F238E27FC236}">
                <a16:creationId xmlns:a16="http://schemas.microsoft.com/office/drawing/2014/main" id="{88C3D3FF-44FC-53DE-00EB-547A1BCE3091}"/>
              </a:ext>
            </a:extLst>
          </p:cNvPr>
          <p:cNvSpPr/>
          <p:nvPr/>
        </p:nvSpPr>
        <p:spPr>
          <a:xfrm>
            <a:off x="3574248" y="2840573"/>
            <a:ext cx="434897" cy="436891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31" name="Multiplication Sign 30">
            <a:extLst>
              <a:ext uri="{FF2B5EF4-FFF2-40B4-BE49-F238E27FC236}">
                <a16:creationId xmlns:a16="http://schemas.microsoft.com/office/drawing/2014/main" id="{0684EF67-85FE-B4B9-94B7-8CBAC6D3DC71}"/>
              </a:ext>
            </a:extLst>
          </p:cNvPr>
          <p:cNvSpPr/>
          <p:nvPr/>
        </p:nvSpPr>
        <p:spPr>
          <a:xfrm>
            <a:off x="7565203" y="2215912"/>
            <a:ext cx="434897" cy="436891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32" name="Multiplication Sign 31">
            <a:extLst>
              <a:ext uri="{FF2B5EF4-FFF2-40B4-BE49-F238E27FC236}">
                <a16:creationId xmlns:a16="http://schemas.microsoft.com/office/drawing/2014/main" id="{B465725D-D8A6-3955-9471-D1F55DC318DD}"/>
              </a:ext>
            </a:extLst>
          </p:cNvPr>
          <p:cNvSpPr/>
          <p:nvPr/>
        </p:nvSpPr>
        <p:spPr>
          <a:xfrm>
            <a:off x="3911528" y="4525252"/>
            <a:ext cx="434897" cy="436891"/>
          </a:xfrm>
          <a:prstGeom prst="mathMultiply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33" name="Multiplication Sign 32">
            <a:extLst>
              <a:ext uri="{FF2B5EF4-FFF2-40B4-BE49-F238E27FC236}">
                <a16:creationId xmlns:a16="http://schemas.microsoft.com/office/drawing/2014/main" id="{07570229-3980-AE53-F6C3-52221CDE6218}"/>
              </a:ext>
            </a:extLst>
          </p:cNvPr>
          <p:cNvSpPr/>
          <p:nvPr/>
        </p:nvSpPr>
        <p:spPr>
          <a:xfrm>
            <a:off x="7035728" y="4064986"/>
            <a:ext cx="434897" cy="436891"/>
          </a:xfrm>
          <a:prstGeom prst="mathMultiply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34" name="Multiplication Sign 33">
            <a:extLst>
              <a:ext uri="{FF2B5EF4-FFF2-40B4-BE49-F238E27FC236}">
                <a16:creationId xmlns:a16="http://schemas.microsoft.com/office/drawing/2014/main" id="{EC264792-3808-FA83-535A-CE9768D7BF1A}"/>
              </a:ext>
            </a:extLst>
          </p:cNvPr>
          <p:cNvSpPr/>
          <p:nvPr/>
        </p:nvSpPr>
        <p:spPr>
          <a:xfrm>
            <a:off x="1688756" y="5668253"/>
            <a:ext cx="434897" cy="436891"/>
          </a:xfrm>
          <a:prstGeom prst="mathMultiply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EF4AE3-F965-2067-B2E4-7BF5BCC06452}"/>
              </a:ext>
            </a:extLst>
          </p:cNvPr>
          <p:cNvSpPr txBox="1"/>
          <p:nvPr/>
        </p:nvSpPr>
        <p:spPr>
          <a:xfrm>
            <a:off x="2123653" y="5609699"/>
            <a:ext cx="21559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= 4.5</a:t>
            </a:r>
            <a:endParaRPr lang="et-EE" sz="3000" dirty="0"/>
          </a:p>
        </p:txBody>
      </p:sp>
    </p:spTree>
    <p:extLst>
      <p:ext uri="{BB962C8B-B14F-4D97-AF65-F5344CB8AC3E}">
        <p14:creationId xmlns:p14="http://schemas.microsoft.com/office/powerpoint/2010/main" val="1178464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6" grpId="0" animBg="1"/>
      <p:bldP spid="17" grpId="0" animBg="1"/>
      <p:bldP spid="18" grpId="0" animBg="1"/>
      <p:bldP spid="19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B4135B-CC57-11B0-8158-6E2E45C22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457" y="1161534"/>
            <a:ext cx="10265086" cy="436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44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FBF14-3363-3F3B-BE5C-97740216A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FAD8BF-2F00-E08B-7CD6-6ACA666D99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90" y="914400"/>
            <a:ext cx="11567619" cy="47743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CB90C17-5FC8-A3F0-B9AF-22C4496466C4}"/>
              </a:ext>
            </a:extLst>
          </p:cNvPr>
          <p:cNvSpPr/>
          <p:nvPr/>
        </p:nvSpPr>
        <p:spPr>
          <a:xfrm>
            <a:off x="7061200" y="1948815"/>
            <a:ext cx="1574800" cy="3543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63ED939-9AC2-1602-318A-E8C4CC92DCCE}"/>
              </a:ext>
            </a:extLst>
          </p:cNvPr>
          <p:cNvSpPr/>
          <p:nvPr/>
        </p:nvSpPr>
        <p:spPr>
          <a:xfrm>
            <a:off x="6000750" y="2526030"/>
            <a:ext cx="765810" cy="77724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9E60CF3-B838-7B04-8A49-2C44CDEC640B}"/>
              </a:ext>
            </a:extLst>
          </p:cNvPr>
          <p:cNvSpPr/>
          <p:nvPr/>
        </p:nvSpPr>
        <p:spPr>
          <a:xfrm>
            <a:off x="1398270" y="1348740"/>
            <a:ext cx="765810" cy="77724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4185019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F89EA-9700-BE54-3CDB-3B7218827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Node-level metrics - </a:t>
            </a:r>
            <a:r>
              <a:rPr lang="en-US" dirty="0"/>
              <a:t>Centrality Measures</a:t>
            </a:r>
            <a:r>
              <a:rPr lang="hu-HU" dirty="0"/>
              <a:t> 3.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D2082-91AF-7200-3528-396FACDA7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Closeness centrality </a:t>
            </a:r>
            <a:r>
              <a:rPr lang="en-US" dirty="0"/>
              <a:t>measures how close a node is to all other nodes in the network.</a:t>
            </a:r>
          </a:p>
          <a:p>
            <a:pPr marL="0" indent="0">
              <a:buNone/>
            </a:pPr>
            <a:r>
              <a:rPr lang="en-US" dirty="0"/>
              <a:t>A node has high closeness if it can reach other nodes through relatively short paths.</a:t>
            </a:r>
          </a:p>
          <a:p>
            <a:pPr marL="0" indent="0">
              <a:buNone/>
            </a:pPr>
            <a:r>
              <a:rPr lang="en-US" dirty="0"/>
              <a:t>→ It captures </a:t>
            </a:r>
            <a:r>
              <a:rPr lang="en-US" b="1" dirty="0"/>
              <a:t>accessibility</a:t>
            </a:r>
            <a:r>
              <a:rPr lang="en-US" dirty="0"/>
              <a:t> or </a:t>
            </a:r>
            <a:r>
              <a:rPr lang="en-US" b="1" dirty="0"/>
              <a:t>speed of reach</a:t>
            </a:r>
            <a:r>
              <a:rPr lang="en-US" dirty="0"/>
              <a:t> within the network.</a:t>
            </a:r>
          </a:p>
          <a:p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6514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13E3D02-F7BC-CB67-272E-4516BE76F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320" y="677588"/>
            <a:ext cx="9749480" cy="550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049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1D443F-CAAB-62BF-10F8-8BCABC2B6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654" y="1186249"/>
            <a:ext cx="9323015" cy="429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642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E138AA-3A25-BEE1-DC55-113500D68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752" y="298297"/>
            <a:ext cx="9638270" cy="6425514"/>
          </a:xfrm>
          <a:prstGeom prst="rect">
            <a:avLst/>
          </a:prstGeom>
        </p:spPr>
      </p:pic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9D4AB9B3-1D67-4FF6-CED2-B7595391AB52}"/>
              </a:ext>
            </a:extLst>
          </p:cNvPr>
          <p:cNvSpPr/>
          <p:nvPr/>
        </p:nvSpPr>
        <p:spPr>
          <a:xfrm>
            <a:off x="3566983" y="2992109"/>
            <a:ext cx="434897" cy="436891"/>
          </a:xfrm>
          <a:prstGeom prst="mathMultiply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008C41-8434-A983-3384-3216533E319F}"/>
              </a:ext>
            </a:extLst>
          </p:cNvPr>
          <p:cNvSpPr txBox="1"/>
          <p:nvPr/>
        </p:nvSpPr>
        <p:spPr>
          <a:xfrm>
            <a:off x="5263979" y="5100859"/>
            <a:ext cx="5183278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500" dirty="0"/>
              <a:t>Distances: 1+1+1+2+2 = 7</a:t>
            </a:r>
          </a:p>
          <a:p>
            <a:endParaRPr lang="hu-HU" sz="3500" dirty="0"/>
          </a:p>
          <a:p>
            <a:r>
              <a:rPr lang="hu-HU" sz="3500" dirty="0"/>
              <a:t>5/7 = 0.71</a:t>
            </a:r>
            <a:endParaRPr lang="et-EE" sz="3500" dirty="0"/>
          </a:p>
        </p:txBody>
      </p:sp>
    </p:spTree>
    <p:extLst>
      <p:ext uri="{BB962C8B-B14F-4D97-AF65-F5344CB8AC3E}">
        <p14:creationId xmlns:p14="http://schemas.microsoft.com/office/powerpoint/2010/main" val="1272972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A94E24-C48B-EC08-4122-423AF5494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752" y="298297"/>
            <a:ext cx="9638270" cy="6425514"/>
          </a:xfrm>
          <a:prstGeom prst="rect">
            <a:avLst/>
          </a:prstGeom>
        </p:spPr>
      </p:pic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9CAE3D5B-5099-E232-416F-8D53BA17DBC2}"/>
              </a:ext>
            </a:extLst>
          </p:cNvPr>
          <p:cNvSpPr/>
          <p:nvPr/>
        </p:nvSpPr>
        <p:spPr>
          <a:xfrm>
            <a:off x="5483990" y="3074163"/>
            <a:ext cx="434897" cy="436891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403308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513FD-8CF5-68CC-E027-D3C909AC6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F9C904-9831-ADC4-4596-4F3588517A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90" y="914400"/>
            <a:ext cx="11567619" cy="47743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01AD2AD-CF2F-B48D-5812-FAAEA985D31B}"/>
              </a:ext>
            </a:extLst>
          </p:cNvPr>
          <p:cNvSpPr/>
          <p:nvPr/>
        </p:nvSpPr>
        <p:spPr>
          <a:xfrm>
            <a:off x="7037184" y="2560320"/>
            <a:ext cx="1574800" cy="3543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19F7D8-B94E-07E3-218D-C14F0E00C87A}"/>
              </a:ext>
            </a:extLst>
          </p:cNvPr>
          <p:cNvSpPr/>
          <p:nvPr/>
        </p:nvSpPr>
        <p:spPr>
          <a:xfrm>
            <a:off x="6000750" y="2526030"/>
            <a:ext cx="765810" cy="77724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2CC936-B568-F3FE-F144-584D40BEF3E4}"/>
              </a:ext>
            </a:extLst>
          </p:cNvPr>
          <p:cNvSpPr/>
          <p:nvPr/>
        </p:nvSpPr>
        <p:spPr>
          <a:xfrm>
            <a:off x="1398270" y="1348740"/>
            <a:ext cx="765810" cy="77724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228122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10815-8795-B6E7-9BC5-23791E8D3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67A49-6695-4778-0CFA-540430704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Node-level metrics - </a:t>
            </a:r>
            <a:r>
              <a:rPr lang="en-US" dirty="0"/>
              <a:t>Centrality Measures</a:t>
            </a:r>
            <a:r>
              <a:rPr lang="hu-HU" dirty="0"/>
              <a:t> 4.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0EADC-FE57-DD20-6575-EF9AC6007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Eigenvector centrality</a:t>
            </a:r>
            <a:r>
              <a:rPr lang="hu-HU" b="1" dirty="0"/>
              <a:t> </a:t>
            </a:r>
            <a:r>
              <a:rPr lang="en-US" dirty="0"/>
              <a:t>measures how </a:t>
            </a:r>
            <a:r>
              <a:rPr lang="hu-HU" dirty="0"/>
              <a:t>well connected a node’s </a:t>
            </a:r>
            <a:r>
              <a:rPr lang="hu-HU" i="1" dirty="0"/>
              <a:t>neighbours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Not all connections are equal — connections to influential nodes matter more.</a:t>
            </a:r>
            <a:endParaRPr lang="hu-HU" dirty="0"/>
          </a:p>
          <a:p>
            <a:pPr marL="0" indent="0">
              <a:buNone/>
            </a:pPr>
            <a:r>
              <a:rPr lang="en-US" dirty="0"/>
              <a:t>→ It captures </a:t>
            </a:r>
            <a:r>
              <a:rPr lang="hu-HU" b="1" dirty="0"/>
              <a:t>importance </a:t>
            </a:r>
            <a:r>
              <a:rPr lang="hu-HU" dirty="0"/>
              <a:t>(</a:t>
            </a:r>
            <a:r>
              <a:rPr lang="en-US" dirty="0"/>
              <a:t>based on the importance of </a:t>
            </a:r>
            <a:r>
              <a:rPr lang="hu-HU" dirty="0"/>
              <a:t>the</a:t>
            </a:r>
            <a:r>
              <a:rPr lang="en-US" dirty="0"/>
              <a:t> neighbors</a:t>
            </a:r>
            <a:r>
              <a:rPr lang="hu-HU" dirty="0"/>
              <a:t>) </a:t>
            </a:r>
            <a:r>
              <a:rPr lang="en-US" dirty="0"/>
              <a:t>within the network.</a:t>
            </a:r>
            <a:endParaRPr lang="hu-HU" dirty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Intuitive procedure:</a:t>
            </a:r>
            <a:endParaRPr lang="en-US" dirty="0"/>
          </a:p>
          <a:p>
            <a:pPr marL="0" indent="0">
              <a:buNone/>
            </a:pPr>
            <a:r>
              <a:rPr lang="hu-HU" dirty="0"/>
              <a:t>1. </a:t>
            </a:r>
            <a:r>
              <a:rPr lang="en-US" dirty="0"/>
              <a:t>Start by giving all nodes equal scores </a:t>
            </a:r>
          </a:p>
          <a:p>
            <a:pPr marL="0" indent="0">
              <a:buNone/>
            </a:pPr>
            <a:r>
              <a:rPr lang="hu-HU" dirty="0"/>
              <a:t>2. </a:t>
            </a:r>
            <a:r>
              <a:rPr lang="en-US" dirty="0"/>
              <a:t>Update each node’s score based on neighbors’ scores </a:t>
            </a:r>
          </a:p>
          <a:p>
            <a:pPr marL="0" indent="0">
              <a:buNone/>
            </a:pPr>
            <a:r>
              <a:rPr lang="hu-HU" dirty="0"/>
              <a:t>3. </a:t>
            </a:r>
            <a:r>
              <a:rPr lang="en-US" dirty="0"/>
              <a:t>Repeat until values stabilize 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en-US" dirty="0"/>
          </a:p>
          <a:p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880931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BA2F55-1E1B-8EA6-5FA7-15BEF509F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70" y="-105358"/>
            <a:ext cx="10503244" cy="70021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2C9EE2-0AA6-D966-1DB1-ACEE82C311CF}"/>
              </a:ext>
            </a:extLst>
          </p:cNvPr>
          <p:cNvSpPr txBox="1"/>
          <p:nvPr/>
        </p:nvSpPr>
        <p:spPr>
          <a:xfrm>
            <a:off x="3608172" y="4782065"/>
            <a:ext cx="5313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1</a:t>
            </a:r>
            <a:endParaRPr lang="et-EE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38C6BF-0037-42BD-5338-716F9ECD7029}"/>
              </a:ext>
            </a:extLst>
          </p:cNvPr>
          <p:cNvSpPr txBox="1"/>
          <p:nvPr/>
        </p:nvSpPr>
        <p:spPr>
          <a:xfrm>
            <a:off x="3167448" y="2766998"/>
            <a:ext cx="5313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1</a:t>
            </a:r>
            <a:endParaRPr lang="et-EE" sz="2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7D10AF-C6C9-DCA1-6907-3CE966A992DF}"/>
              </a:ext>
            </a:extLst>
          </p:cNvPr>
          <p:cNvSpPr txBox="1"/>
          <p:nvPr/>
        </p:nvSpPr>
        <p:spPr>
          <a:xfrm>
            <a:off x="4950940" y="1350090"/>
            <a:ext cx="5313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1</a:t>
            </a:r>
            <a:endParaRPr lang="et-EE" sz="2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558EC3-63A1-303A-6ED6-FD42CBE282DD}"/>
              </a:ext>
            </a:extLst>
          </p:cNvPr>
          <p:cNvSpPr txBox="1"/>
          <p:nvPr/>
        </p:nvSpPr>
        <p:spPr>
          <a:xfrm>
            <a:off x="5358712" y="2967459"/>
            <a:ext cx="5313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1</a:t>
            </a:r>
            <a:endParaRPr lang="et-EE" sz="2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408224-4B9C-6658-60A5-F30A6059E26F}"/>
              </a:ext>
            </a:extLst>
          </p:cNvPr>
          <p:cNvSpPr txBox="1"/>
          <p:nvPr/>
        </p:nvSpPr>
        <p:spPr>
          <a:xfrm>
            <a:off x="7648830" y="2106605"/>
            <a:ext cx="5313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1</a:t>
            </a:r>
            <a:endParaRPr lang="et-EE" sz="2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6E5177-2AED-4027-72BC-9199CEFE8879}"/>
              </a:ext>
            </a:extLst>
          </p:cNvPr>
          <p:cNvSpPr txBox="1"/>
          <p:nvPr/>
        </p:nvSpPr>
        <p:spPr>
          <a:xfrm>
            <a:off x="7117488" y="4120757"/>
            <a:ext cx="5313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1</a:t>
            </a:r>
            <a:endParaRPr lang="et-EE" sz="2600" dirty="0"/>
          </a:p>
        </p:txBody>
      </p:sp>
    </p:spTree>
    <p:extLst>
      <p:ext uri="{BB962C8B-B14F-4D97-AF65-F5344CB8AC3E}">
        <p14:creationId xmlns:p14="http://schemas.microsoft.com/office/powerpoint/2010/main" val="3362483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B4DA5D-9CFB-8ECC-1621-9FED18BA7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70" y="-105358"/>
            <a:ext cx="10503244" cy="70021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554971-9B2B-E256-94BE-827854C03FCD}"/>
              </a:ext>
            </a:extLst>
          </p:cNvPr>
          <p:cNvSpPr txBox="1"/>
          <p:nvPr/>
        </p:nvSpPr>
        <p:spPr>
          <a:xfrm>
            <a:off x="3608172" y="4782065"/>
            <a:ext cx="5313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2</a:t>
            </a:r>
            <a:endParaRPr lang="et-EE" sz="2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728A4A-F4A4-65F8-2758-95D3971FC333}"/>
              </a:ext>
            </a:extLst>
          </p:cNvPr>
          <p:cNvSpPr txBox="1"/>
          <p:nvPr/>
        </p:nvSpPr>
        <p:spPr>
          <a:xfrm>
            <a:off x="7162140" y="4175513"/>
            <a:ext cx="5313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2</a:t>
            </a:r>
            <a:endParaRPr lang="et-EE" sz="2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26FCE8-EDB1-9A47-EF2A-6AF8FC5B09B6}"/>
              </a:ext>
            </a:extLst>
          </p:cNvPr>
          <p:cNvSpPr txBox="1"/>
          <p:nvPr/>
        </p:nvSpPr>
        <p:spPr>
          <a:xfrm>
            <a:off x="3166212" y="2813057"/>
            <a:ext cx="5313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3</a:t>
            </a:r>
            <a:endParaRPr lang="et-EE" sz="2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70B924-2488-2AB0-833C-8D4B9608BB32}"/>
              </a:ext>
            </a:extLst>
          </p:cNvPr>
          <p:cNvSpPr txBox="1"/>
          <p:nvPr/>
        </p:nvSpPr>
        <p:spPr>
          <a:xfrm>
            <a:off x="7693482" y="2105540"/>
            <a:ext cx="5313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3</a:t>
            </a:r>
            <a:endParaRPr lang="et-EE" sz="2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439C55-904A-DD03-5E32-0055D926ADF5}"/>
              </a:ext>
            </a:extLst>
          </p:cNvPr>
          <p:cNvSpPr txBox="1"/>
          <p:nvPr/>
        </p:nvSpPr>
        <p:spPr>
          <a:xfrm>
            <a:off x="4941671" y="1334015"/>
            <a:ext cx="101145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3</a:t>
            </a:r>
            <a:endParaRPr lang="et-EE" sz="2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509748-7EE9-6C80-06CD-2AF75637C368}"/>
              </a:ext>
            </a:extLst>
          </p:cNvPr>
          <p:cNvSpPr txBox="1"/>
          <p:nvPr/>
        </p:nvSpPr>
        <p:spPr>
          <a:xfrm>
            <a:off x="5389346" y="3002318"/>
            <a:ext cx="5313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5</a:t>
            </a:r>
            <a:endParaRPr lang="et-EE" sz="2600" dirty="0"/>
          </a:p>
        </p:txBody>
      </p:sp>
    </p:spTree>
    <p:extLst>
      <p:ext uri="{BB962C8B-B14F-4D97-AF65-F5344CB8AC3E}">
        <p14:creationId xmlns:p14="http://schemas.microsoft.com/office/powerpoint/2010/main" val="17851139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002DF-EF24-3220-EEC7-9EE2EB202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92070-B1B4-D447-F3D2-F43DBBF07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t-E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6E9E19-392A-3089-AA10-A8079EFF8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70" y="-105358"/>
            <a:ext cx="10503244" cy="70021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B39817-775F-6981-FB62-4DCA66BD077D}"/>
              </a:ext>
            </a:extLst>
          </p:cNvPr>
          <p:cNvSpPr txBox="1"/>
          <p:nvPr/>
        </p:nvSpPr>
        <p:spPr>
          <a:xfrm>
            <a:off x="3431883" y="4763777"/>
            <a:ext cx="9912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0.33</a:t>
            </a:r>
            <a:endParaRPr lang="et-EE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E4757D-3347-74C3-C05E-B345D611F984}"/>
              </a:ext>
            </a:extLst>
          </p:cNvPr>
          <p:cNvSpPr txBox="1"/>
          <p:nvPr/>
        </p:nvSpPr>
        <p:spPr>
          <a:xfrm>
            <a:off x="6922008" y="4141251"/>
            <a:ext cx="116466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0.33</a:t>
            </a:r>
            <a:endParaRPr lang="et-EE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E95379-5725-A136-EF61-F56FD6E01100}"/>
              </a:ext>
            </a:extLst>
          </p:cNvPr>
          <p:cNvSpPr txBox="1"/>
          <p:nvPr/>
        </p:nvSpPr>
        <p:spPr>
          <a:xfrm>
            <a:off x="2971800" y="2813057"/>
            <a:ext cx="72575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0.5</a:t>
            </a:r>
            <a:endParaRPr lang="et-EE" sz="2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9E49A5-70AA-8D68-8C82-5BFA6E2946F9}"/>
              </a:ext>
            </a:extLst>
          </p:cNvPr>
          <p:cNvSpPr txBox="1"/>
          <p:nvPr/>
        </p:nvSpPr>
        <p:spPr>
          <a:xfrm>
            <a:off x="7611186" y="2105539"/>
            <a:ext cx="7918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0.5</a:t>
            </a:r>
            <a:endParaRPr lang="et-EE" sz="2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42552C-B730-C8AC-9AC2-BA698CC0F056}"/>
              </a:ext>
            </a:extLst>
          </p:cNvPr>
          <p:cNvSpPr txBox="1"/>
          <p:nvPr/>
        </p:nvSpPr>
        <p:spPr>
          <a:xfrm>
            <a:off x="4822799" y="1333182"/>
            <a:ext cx="101145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0.5</a:t>
            </a:r>
            <a:endParaRPr lang="et-EE" sz="2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B280D1-033F-0B6C-B521-B7FF233AD0AD}"/>
              </a:ext>
            </a:extLst>
          </p:cNvPr>
          <p:cNvSpPr txBox="1"/>
          <p:nvPr/>
        </p:nvSpPr>
        <p:spPr>
          <a:xfrm>
            <a:off x="5084064" y="3002318"/>
            <a:ext cx="8366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0.83</a:t>
            </a:r>
            <a:endParaRPr lang="et-EE" sz="2600" dirty="0"/>
          </a:p>
        </p:txBody>
      </p:sp>
    </p:spTree>
    <p:extLst>
      <p:ext uri="{BB962C8B-B14F-4D97-AF65-F5344CB8AC3E}">
        <p14:creationId xmlns:p14="http://schemas.microsoft.com/office/powerpoint/2010/main" val="2052950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D5AB64-EF56-9E9A-F64A-8E47F5BF9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70" y="-105358"/>
            <a:ext cx="10503244" cy="70021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A4717D-36BA-DA8B-10ED-1724E9E7928C}"/>
              </a:ext>
            </a:extLst>
          </p:cNvPr>
          <p:cNvSpPr txBox="1"/>
          <p:nvPr/>
        </p:nvSpPr>
        <p:spPr>
          <a:xfrm>
            <a:off x="3431883" y="4763777"/>
            <a:ext cx="9912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0.22</a:t>
            </a:r>
            <a:endParaRPr lang="et-EE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75A5AC-D0CA-4F9B-098C-EA6D3BFC4902}"/>
              </a:ext>
            </a:extLst>
          </p:cNvPr>
          <p:cNvSpPr txBox="1"/>
          <p:nvPr/>
        </p:nvSpPr>
        <p:spPr>
          <a:xfrm>
            <a:off x="6922008" y="4141251"/>
            <a:ext cx="116466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0.22</a:t>
            </a:r>
            <a:endParaRPr lang="et-EE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C063DB-BBC2-1CD9-8913-64591ACD2883}"/>
              </a:ext>
            </a:extLst>
          </p:cNvPr>
          <p:cNvSpPr txBox="1"/>
          <p:nvPr/>
        </p:nvSpPr>
        <p:spPr>
          <a:xfrm>
            <a:off x="2971800" y="2813057"/>
            <a:ext cx="8366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0.27</a:t>
            </a:r>
            <a:endParaRPr lang="et-EE" sz="2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1D13B-D00D-5E50-7698-405CCBA20F92}"/>
              </a:ext>
            </a:extLst>
          </p:cNvPr>
          <p:cNvSpPr txBox="1"/>
          <p:nvPr/>
        </p:nvSpPr>
        <p:spPr>
          <a:xfrm>
            <a:off x="7479792" y="2105539"/>
            <a:ext cx="92321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0.27</a:t>
            </a:r>
            <a:endParaRPr lang="et-EE" sz="2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420FDA-F201-D3AE-BF83-5BA53E02CC81}"/>
              </a:ext>
            </a:extLst>
          </p:cNvPr>
          <p:cNvSpPr txBox="1"/>
          <p:nvPr/>
        </p:nvSpPr>
        <p:spPr>
          <a:xfrm>
            <a:off x="4822799" y="1333182"/>
            <a:ext cx="101145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0.3</a:t>
            </a:r>
            <a:endParaRPr lang="et-EE" sz="2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F6B728-DFFD-A7C7-1002-77701F42D348}"/>
              </a:ext>
            </a:extLst>
          </p:cNvPr>
          <p:cNvSpPr txBox="1"/>
          <p:nvPr/>
        </p:nvSpPr>
        <p:spPr>
          <a:xfrm>
            <a:off x="5084064" y="3002318"/>
            <a:ext cx="8366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0.36</a:t>
            </a:r>
            <a:endParaRPr lang="et-EE" sz="26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2D44B66-3483-B227-6432-FF0E6EEE507A}"/>
              </a:ext>
            </a:extLst>
          </p:cNvPr>
          <p:cNvSpPr txBox="1">
            <a:spLocks/>
          </p:cNvSpPr>
          <p:nvPr/>
        </p:nvSpPr>
        <p:spPr>
          <a:xfrm>
            <a:off x="7016826" y="5256220"/>
            <a:ext cx="4771768" cy="1498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dirty="0"/>
              <a:t>...</a:t>
            </a:r>
          </a:p>
          <a:p>
            <a:pPr marL="0" indent="0">
              <a:buNone/>
            </a:pPr>
            <a:r>
              <a:rPr lang="hu-HU" dirty="0"/>
              <a:t>Typically 10-100 iterations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13125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 build="allAtOnce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60E4-CEE5-C066-BEAC-8D4E2F2CD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Node-level metrics - </a:t>
            </a:r>
            <a:r>
              <a:rPr lang="en-US" dirty="0"/>
              <a:t>Centrality Measures</a:t>
            </a:r>
            <a:r>
              <a:rPr lang="hu-HU" dirty="0"/>
              <a:t> 5.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09F7D-E883-C691-ED19-A18D25C51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b="1" dirty="0"/>
              <a:t>PageRank </a:t>
            </a:r>
            <a:r>
              <a:rPr lang="hu-HU" dirty="0"/>
              <a:t>centrality</a:t>
            </a:r>
            <a:endParaRPr lang="hu-HU" b="1" dirty="0"/>
          </a:p>
          <a:p>
            <a:pPr marL="0" indent="0">
              <a:buNone/>
            </a:pPr>
            <a:r>
              <a:rPr lang="en-US" dirty="0"/>
              <a:t>It is a variant of eigenvector centrality, designed especially for directed networks (like the web).</a:t>
            </a:r>
            <a:endParaRPr lang="hu-HU" dirty="0"/>
          </a:p>
          <a:p>
            <a:pPr marL="0" indent="0">
              <a:buNone/>
            </a:pPr>
            <a:r>
              <a:rPr lang="hu-HU" dirty="0"/>
              <a:t>Google invented</a:t>
            </a:r>
          </a:p>
          <a:p>
            <a:pPr marL="0" indent="0">
              <a:buNone/>
            </a:pPr>
            <a:r>
              <a:rPr lang="hu-HU" dirty="0"/>
              <a:t>I</a:t>
            </a:r>
            <a:r>
              <a:rPr lang="en-US" dirty="0" err="1"/>
              <a:t>magine</a:t>
            </a:r>
            <a:r>
              <a:rPr lang="en-US" dirty="0"/>
              <a:t> a person randomly browsing a network:</a:t>
            </a:r>
            <a:r>
              <a:rPr lang="hu-HU" dirty="0"/>
              <a:t> </a:t>
            </a:r>
            <a:r>
              <a:rPr lang="en-US" dirty="0"/>
              <a:t>PageRank measures the probability of landing on each node</a:t>
            </a:r>
            <a:endParaRPr lang="hu-HU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t-EE" altLang="et-EE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Being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linked</a:t>
            </a:r>
            <a:r>
              <a:rPr lang="et-EE" altLang="et-EE" dirty="0">
                <a:latin typeface="Arial" panose="020B0604020202020204" pitchFamily="34" charset="0"/>
              </a:rPr>
              <a:t> by </a:t>
            </a:r>
            <a:r>
              <a:rPr lang="et-EE" altLang="et-EE" b="1" dirty="0" err="1">
                <a:latin typeface="Arial" panose="020B0604020202020204" pitchFamily="34" charset="0"/>
              </a:rPr>
              <a:t>important</a:t>
            </a:r>
            <a:r>
              <a:rPr lang="et-EE" altLang="et-EE" b="1" dirty="0">
                <a:latin typeface="Arial" panose="020B0604020202020204" pitchFamily="34" charset="0"/>
              </a:rPr>
              <a:t> </a:t>
            </a:r>
            <a:r>
              <a:rPr lang="et-EE" altLang="et-EE" b="1" dirty="0" err="1">
                <a:latin typeface="Arial" panose="020B0604020202020204" pitchFamily="34" charset="0"/>
              </a:rPr>
              <a:t>nodes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increases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your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score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Being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linked</a:t>
            </a:r>
            <a:r>
              <a:rPr lang="et-EE" altLang="et-EE" dirty="0">
                <a:latin typeface="Arial" panose="020B0604020202020204" pitchFamily="34" charset="0"/>
              </a:rPr>
              <a:t> by </a:t>
            </a:r>
            <a:r>
              <a:rPr lang="et-EE" altLang="et-EE" dirty="0" err="1">
                <a:latin typeface="Arial" panose="020B0604020202020204" pitchFamily="34" charset="0"/>
              </a:rPr>
              <a:t>nodes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with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b="1" dirty="0" err="1">
                <a:latin typeface="Arial" panose="020B0604020202020204" pitchFamily="34" charset="0"/>
              </a:rPr>
              <a:t>many</a:t>
            </a:r>
            <a:r>
              <a:rPr lang="et-EE" altLang="et-EE" b="1" dirty="0">
                <a:latin typeface="Arial" panose="020B0604020202020204" pitchFamily="34" charset="0"/>
              </a:rPr>
              <a:t> </a:t>
            </a:r>
            <a:r>
              <a:rPr lang="et-EE" altLang="et-EE" b="1" dirty="0" err="1">
                <a:latin typeface="Arial" panose="020B0604020202020204" pitchFamily="34" charset="0"/>
              </a:rPr>
              <a:t>outgoing</a:t>
            </a:r>
            <a:r>
              <a:rPr lang="et-EE" altLang="et-EE" b="1" dirty="0">
                <a:latin typeface="Arial" panose="020B0604020202020204" pitchFamily="34" charset="0"/>
              </a:rPr>
              <a:t> </a:t>
            </a:r>
            <a:r>
              <a:rPr lang="et-EE" altLang="et-EE" b="1" dirty="0" err="1">
                <a:latin typeface="Arial" panose="020B0604020202020204" pitchFamily="34" charset="0"/>
              </a:rPr>
              <a:t>links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gives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less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value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It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captures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both</a:t>
            </a:r>
            <a:r>
              <a:rPr lang="et-EE" altLang="et-EE" dirty="0">
                <a:latin typeface="Arial" panose="020B0604020202020204" pitchFamily="34" charset="0"/>
              </a:rPr>
              <a:t>: </a:t>
            </a:r>
            <a:r>
              <a:rPr lang="et-EE" altLang="et-EE" b="1" dirty="0" err="1">
                <a:latin typeface="Arial" panose="020B0604020202020204" pitchFamily="34" charset="0"/>
              </a:rPr>
              <a:t>quality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hu-HU" altLang="et-EE" dirty="0">
                <a:latin typeface="Arial" panose="020B0604020202020204" pitchFamily="34" charset="0"/>
              </a:rPr>
              <a:t> and </a:t>
            </a:r>
            <a:r>
              <a:rPr lang="hu-HU" altLang="et-EE" b="1" dirty="0">
                <a:latin typeface="Arial" panose="020B0604020202020204" pitchFamily="34" charset="0"/>
              </a:rPr>
              <a:t>q</a:t>
            </a:r>
            <a:r>
              <a:rPr lang="et-EE" altLang="et-EE" b="1" dirty="0" err="1">
                <a:latin typeface="Arial" panose="020B0604020202020204" pitchFamily="34" charset="0"/>
              </a:rPr>
              <a:t>uantity</a:t>
            </a:r>
            <a:r>
              <a:rPr lang="et-EE" altLang="et-EE" dirty="0">
                <a:latin typeface="Arial" panose="020B0604020202020204" pitchFamily="34" charset="0"/>
              </a:rPr>
              <a:t> of </a:t>
            </a:r>
            <a:r>
              <a:rPr lang="et-EE" altLang="et-EE" dirty="0" err="1">
                <a:latin typeface="Arial" panose="020B0604020202020204" pitchFamily="34" charset="0"/>
              </a:rPr>
              <a:t>connections</a:t>
            </a:r>
            <a:endParaRPr lang="hu-HU" altLang="et-EE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A node with few but highly ranked incoming links</a:t>
            </a:r>
            <a:r>
              <a:rPr lang="hu-HU" dirty="0"/>
              <a:t> </a:t>
            </a:r>
            <a:r>
              <a:rPr lang="en-US" dirty="0"/>
              <a:t>can outrank a node with many weak links</a:t>
            </a:r>
            <a:endParaRPr lang="et-EE" altLang="et-EE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82840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D6601-9476-4EA2-9F65-56C078FCD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Node-level metrics 6.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03C97-2D8A-E828-1421-19944E3E4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t-EE" b="1" dirty="0" err="1"/>
              <a:t>Constraint</a:t>
            </a:r>
            <a:r>
              <a:rPr lang="et-EE" b="1" dirty="0"/>
              <a:t> </a:t>
            </a:r>
            <a:r>
              <a:rPr lang="en-US" dirty="0"/>
              <a:t>measures how much a node’s connections are redundant.</a:t>
            </a:r>
            <a:r>
              <a:rPr lang="hu-HU" dirty="0"/>
              <a:t> (</a:t>
            </a:r>
            <a:r>
              <a:rPr lang="et-EE" dirty="0" err="1">
                <a:hlinkClick r:id="rId2" tooltip="Ronald Stuart Burt"/>
              </a:rPr>
              <a:t>Ronald</a:t>
            </a:r>
            <a:r>
              <a:rPr lang="et-EE" dirty="0">
                <a:hlinkClick r:id="rId2" tooltip="Ronald Stuart Burt"/>
              </a:rPr>
              <a:t> Stuart </a:t>
            </a:r>
            <a:r>
              <a:rPr lang="et-EE" dirty="0" err="1">
                <a:hlinkClick r:id="rId2" tooltip="Ronald Stuart Burt"/>
              </a:rPr>
              <a:t>Burt</a:t>
            </a:r>
            <a:r>
              <a:rPr lang="hu-HU" dirty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→ It captures whether a node is embedded in a tight group (high constraint) or</a:t>
            </a:r>
            <a:br>
              <a:rPr lang="en-US" dirty="0"/>
            </a:br>
            <a:r>
              <a:rPr lang="en-US" dirty="0"/>
              <a:t>→ bridging disconnected others (low constraint)</a:t>
            </a:r>
            <a:endParaRPr lang="hu-HU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t-EE" altLang="et-EE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t-EE" altLang="et-EE" dirty="0" err="1">
                <a:latin typeface="Arial" panose="020B0604020202020204" pitchFamily="34" charset="0"/>
              </a:rPr>
              <a:t>If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your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neighbors</a:t>
            </a:r>
            <a:r>
              <a:rPr lang="et-EE" altLang="et-EE" dirty="0">
                <a:latin typeface="Arial" panose="020B0604020202020204" pitchFamily="34" charset="0"/>
              </a:rPr>
              <a:t> are </a:t>
            </a:r>
            <a:r>
              <a:rPr lang="et-EE" altLang="et-EE" dirty="0" err="1">
                <a:latin typeface="Arial" panose="020B0604020202020204" pitchFamily="34" charset="0"/>
              </a:rPr>
              <a:t>also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connected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to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each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other</a:t>
            </a:r>
            <a:r>
              <a:rPr lang="et-EE" altLang="et-EE" dirty="0">
                <a:latin typeface="Arial" panose="020B0604020202020204" pitchFamily="34" charset="0"/>
              </a:rPr>
              <a:t>, </a:t>
            </a:r>
            <a:r>
              <a:rPr lang="et-EE" altLang="et-EE" dirty="0" err="1">
                <a:latin typeface="Arial" panose="020B0604020202020204" pitchFamily="34" charset="0"/>
              </a:rPr>
              <a:t>your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network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is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redundant</a:t>
            </a:r>
            <a:r>
              <a:rPr lang="et-EE" altLang="et-EE" dirty="0">
                <a:latin typeface="Arial" panose="020B0604020202020204" pitchFamily="34" charset="0"/>
              </a:rPr>
              <a:t> → </a:t>
            </a:r>
            <a:r>
              <a:rPr lang="et-EE" altLang="et-EE" dirty="0" err="1">
                <a:latin typeface="Arial" panose="020B0604020202020204" pitchFamily="34" charset="0"/>
              </a:rPr>
              <a:t>high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constraint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t-EE" altLang="et-EE" dirty="0" err="1">
                <a:latin typeface="Arial" panose="020B0604020202020204" pitchFamily="34" charset="0"/>
              </a:rPr>
              <a:t>If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your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neighbors</a:t>
            </a:r>
            <a:r>
              <a:rPr lang="et-EE" altLang="et-EE" dirty="0">
                <a:latin typeface="Arial" panose="020B0604020202020204" pitchFamily="34" charset="0"/>
              </a:rPr>
              <a:t> are </a:t>
            </a:r>
            <a:r>
              <a:rPr lang="et-EE" altLang="et-EE" dirty="0" err="1">
                <a:latin typeface="Arial" panose="020B0604020202020204" pitchFamily="34" charset="0"/>
              </a:rPr>
              <a:t>not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connected</a:t>
            </a:r>
            <a:r>
              <a:rPr lang="et-EE" altLang="et-EE" dirty="0">
                <a:latin typeface="Arial" panose="020B0604020202020204" pitchFamily="34" charset="0"/>
              </a:rPr>
              <a:t>, </a:t>
            </a:r>
            <a:r>
              <a:rPr lang="et-EE" altLang="et-EE" dirty="0" err="1">
                <a:latin typeface="Arial" panose="020B0604020202020204" pitchFamily="34" charset="0"/>
              </a:rPr>
              <a:t>you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bridge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them</a:t>
            </a:r>
            <a:r>
              <a:rPr lang="et-EE" altLang="et-EE" dirty="0">
                <a:latin typeface="Arial" panose="020B0604020202020204" pitchFamily="34" charset="0"/>
              </a:rPr>
              <a:t> → </a:t>
            </a:r>
            <a:r>
              <a:rPr lang="et-EE" altLang="et-EE" dirty="0" err="1">
                <a:latin typeface="Arial" panose="020B0604020202020204" pitchFamily="34" charset="0"/>
              </a:rPr>
              <a:t>low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constraint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en-US" dirty="0"/>
          </a:p>
          <a:p>
            <a:endParaRPr lang="et-EE" b="1" dirty="0"/>
          </a:p>
        </p:txBody>
      </p:sp>
    </p:spTree>
    <p:extLst>
      <p:ext uri="{BB962C8B-B14F-4D97-AF65-F5344CB8AC3E}">
        <p14:creationId xmlns:p14="http://schemas.microsoft.com/office/powerpoint/2010/main" val="16759240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DD8A9-1DEF-3C84-96E0-C5E2BF5A7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Node-level metrics 7.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254C1-13E8-B0BA-BA0D-63191E0C6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Clustering</a:t>
            </a:r>
            <a:r>
              <a:rPr lang="hu-HU" b="1" dirty="0"/>
              <a:t> coefficient</a:t>
            </a:r>
            <a:r>
              <a:rPr lang="en-US" b="1" dirty="0"/>
              <a:t> </a:t>
            </a:r>
            <a:r>
              <a:rPr lang="en-US" dirty="0"/>
              <a:t>measures the extent to which nodes in a network tend to form triangles (closed groups).</a:t>
            </a:r>
          </a:p>
          <a:p>
            <a:pPr marL="0" indent="0">
              <a:buNone/>
            </a:pPr>
            <a:r>
              <a:rPr lang="en-US" dirty="0"/>
              <a:t>→ It captures local cohesion:</a:t>
            </a:r>
            <a:r>
              <a:rPr lang="hu-HU" dirty="0"/>
              <a:t> </a:t>
            </a:r>
            <a:r>
              <a:rPr lang="en-US" dirty="0"/>
              <a:t>“If two of my neighbors exist, how likely are they connected?”</a:t>
            </a:r>
            <a:endParaRPr lang="hu-HU" dirty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Whether a node is in a </a:t>
            </a:r>
            <a:r>
              <a:rPr lang="et-EE" dirty="0" err="1"/>
              <a:t>tight-knit</a:t>
            </a:r>
            <a:r>
              <a:rPr lang="et-EE" dirty="0"/>
              <a:t> </a:t>
            </a:r>
            <a:r>
              <a:rPr lang="et-EE" dirty="0" err="1"/>
              <a:t>group</a:t>
            </a:r>
            <a:r>
              <a:rPr lang="hu-HU" dirty="0"/>
              <a:t>, and how redundant its connections are</a:t>
            </a:r>
          </a:p>
          <a:p>
            <a:pPr marL="0" indent="0">
              <a:buNone/>
            </a:pPr>
            <a:r>
              <a:rPr lang="hu-HU" dirty="0"/>
              <a:t>Information circulates locally or between different parts of the network</a:t>
            </a:r>
            <a:endParaRPr lang="en-US" dirty="0"/>
          </a:p>
          <a:p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532551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B767D3-FC73-0455-B390-E6AA36CAFC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6700" y="281937"/>
            <a:ext cx="1498600" cy="629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9597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5111B-60B7-B391-4978-64BC5AE22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C645D1-A0C9-F962-2BEC-F43A7F4B9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674" y="278628"/>
            <a:ext cx="7548563" cy="5032375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6F23E926-0101-C807-EF80-FA854D2F8C06}"/>
              </a:ext>
            </a:extLst>
          </p:cNvPr>
          <p:cNvSpPr/>
          <p:nvPr/>
        </p:nvSpPr>
        <p:spPr>
          <a:xfrm>
            <a:off x="6096000" y="2340864"/>
            <a:ext cx="377952" cy="44805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3F4A3A8-340C-14DE-A7D7-A91DF37EAACA}"/>
              </a:ext>
            </a:extLst>
          </p:cNvPr>
          <p:cNvCxnSpPr/>
          <p:nvPr/>
        </p:nvCxnSpPr>
        <p:spPr>
          <a:xfrm flipH="1">
            <a:off x="6766560" y="1892808"/>
            <a:ext cx="667512" cy="539496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2D8FE15-798A-995B-DC49-C81E53C32010}"/>
              </a:ext>
            </a:extLst>
          </p:cNvPr>
          <p:cNvCxnSpPr>
            <a:cxnSpLocks/>
          </p:cNvCxnSpPr>
          <p:nvPr/>
        </p:nvCxnSpPr>
        <p:spPr>
          <a:xfrm flipH="1">
            <a:off x="6766560" y="2432304"/>
            <a:ext cx="73152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0C9D5DE-6A87-A460-97B0-CCB181EBB538}"/>
              </a:ext>
            </a:extLst>
          </p:cNvPr>
          <p:cNvCxnSpPr>
            <a:cxnSpLocks/>
          </p:cNvCxnSpPr>
          <p:nvPr/>
        </p:nvCxnSpPr>
        <p:spPr>
          <a:xfrm>
            <a:off x="7434072" y="1956816"/>
            <a:ext cx="64008" cy="38404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Multiplication Sign 32">
            <a:extLst>
              <a:ext uri="{FF2B5EF4-FFF2-40B4-BE49-F238E27FC236}">
                <a16:creationId xmlns:a16="http://schemas.microsoft.com/office/drawing/2014/main" id="{5F24FCB4-FD4A-09FC-562C-F41A848D113F}"/>
              </a:ext>
            </a:extLst>
          </p:cNvPr>
          <p:cNvSpPr/>
          <p:nvPr/>
        </p:nvSpPr>
        <p:spPr>
          <a:xfrm>
            <a:off x="7434072" y="1322969"/>
            <a:ext cx="377952" cy="44805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34" name="Multiplication Sign 33">
            <a:extLst>
              <a:ext uri="{FF2B5EF4-FFF2-40B4-BE49-F238E27FC236}">
                <a16:creationId xmlns:a16="http://schemas.microsoft.com/office/drawing/2014/main" id="{D3A0FCFC-EB8E-BB51-3028-63FC8779BEF9}"/>
              </a:ext>
            </a:extLst>
          </p:cNvPr>
          <p:cNvSpPr/>
          <p:nvPr/>
        </p:nvSpPr>
        <p:spPr>
          <a:xfrm>
            <a:off x="7623048" y="2432304"/>
            <a:ext cx="377952" cy="44805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36" name="Multiplication Sign 35">
            <a:extLst>
              <a:ext uri="{FF2B5EF4-FFF2-40B4-BE49-F238E27FC236}">
                <a16:creationId xmlns:a16="http://schemas.microsoft.com/office/drawing/2014/main" id="{DED56E86-8A77-1F03-E2EB-7596B731402D}"/>
              </a:ext>
            </a:extLst>
          </p:cNvPr>
          <p:cNvSpPr/>
          <p:nvPr/>
        </p:nvSpPr>
        <p:spPr>
          <a:xfrm>
            <a:off x="6388608" y="3780213"/>
            <a:ext cx="377952" cy="448056"/>
          </a:xfrm>
          <a:prstGeom prst="mathMultiply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37" name="Multiplication Sign 36">
            <a:extLst>
              <a:ext uri="{FF2B5EF4-FFF2-40B4-BE49-F238E27FC236}">
                <a16:creationId xmlns:a16="http://schemas.microsoft.com/office/drawing/2014/main" id="{5095A26B-22B3-B3BF-8512-BA19C0D2B890}"/>
              </a:ext>
            </a:extLst>
          </p:cNvPr>
          <p:cNvSpPr/>
          <p:nvPr/>
        </p:nvSpPr>
        <p:spPr>
          <a:xfrm>
            <a:off x="7623048" y="2432304"/>
            <a:ext cx="377952" cy="448056"/>
          </a:xfrm>
          <a:prstGeom prst="mathMultiply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7E6BA75-08D5-9C95-9362-7B7CFE41E684}"/>
              </a:ext>
            </a:extLst>
          </p:cNvPr>
          <p:cNvCxnSpPr>
            <a:cxnSpLocks/>
          </p:cNvCxnSpPr>
          <p:nvPr/>
        </p:nvCxnSpPr>
        <p:spPr>
          <a:xfrm flipH="1">
            <a:off x="6830568" y="2880360"/>
            <a:ext cx="635508" cy="630936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91F7BBB-C42F-5BD4-11C0-4A9C30A3FEC3}"/>
              </a:ext>
            </a:extLst>
          </p:cNvPr>
          <p:cNvCxnSpPr>
            <a:cxnSpLocks/>
          </p:cNvCxnSpPr>
          <p:nvPr/>
        </p:nvCxnSpPr>
        <p:spPr>
          <a:xfrm flipH="1">
            <a:off x="6702552" y="2788920"/>
            <a:ext cx="73152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73085DC-1597-D177-1EA5-CCC77F743900}"/>
              </a:ext>
            </a:extLst>
          </p:cNvPr>
          <p:cNvCxnSpPr>
            <a:cxnSpLocks/>
          </p:cNvCxnSpPr>
          <p:nvPr/>
        </p:nvCxnSpPr>
        <p:spPr>
          <a:xfrm flipH="1" flipV="1">
            <a:off x="6673596" y="2788920"/>
            <a:ext cx="57150" cy="722376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581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3" grpId="0" animBg="1"/>
      <p:bldP spid="34" grpId="0" animBg="1"/>
      <p:bldP spid="36" grpId="0" animBg="1"/>
      <p:bldP spid="3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3BCC9-FD2A-7B09-9D4D-3A1B83DB4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885D78-1A70-0238-3085-3EB0EF833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674" y="278628"/>
            <a:ext cx="7548563" cy="5032375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E5D7C041-9581-5B7D-1F2E-04E93FCD2186}"/>
              </a:ext>
            </a:extLst>
          </p:cNvPr>
          <p:cNvSpPr/>
          <p:nvPr/>
        </p:nvSpPr>
        <p:spPr>
          <a:xfrm>
            <a:off x="6096000" y="2340864"/>
            <a:ext cx="377952" cy="44805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33" name="Multiplication Sign 32">
            <a:extLst>
              <a:ext uri="{FF2B5EF4-FFF2-40B4-BE49-F238E27FC236}">
                <a16:creationId xmlns:a16="http://schemas.microsoft.com/office/drawing/2014/main" id="{48D44C8C-94E4-D90A-7A95-B5AC688C220B}"/>
              </a:ext>
            </a:extLst>
          </p:cNvPr>
          <p:cNvSpPr/>
          <p:nvPr/>
        </p:nvSpPr>
        <p:spPr>
          <a:xfrm>
            <a:off x="7434072" y="1322969"/>
            <a:ext cx="377952" cy="44805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36" name="Multiplication Sign 35">
            <a:extLst>
              <a:ext uri="{FF2B5EF4-FFF2-40B4-BE49-F238E27FC236}">
                <a16:creationId xmlns:a16="http://schemas.microsoft.com/office/drawing/2014/main" id="{1AFA44ED-1F0A-5B18-8D3A-E5914B34EC6A}"/>
              </a:ext>
            </a:extLst>
          </p:cNvPr>
          <p:cNvSpPr/>
          <p:nvPr/>
        </p:nvSpPr>
        <p:spPr>
          <a:xfrm>
            <a:off x="6388608" y="3780213"/>
            <a:ext cx="377952" cy="44805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BF11234-EAB7-6593-D7BF-A10CB67F3BBA}"/>
              </a:ext>
            </a:extLst>
          </p:cNvPr>
          <p:cNvCxnSpPr/>
          <p:nvPr/>
        </p:nvCxnSpPr>
        <p:spPr>
          <a:xfrm flipH="1">
            <a:off x="6754368" y="1861885"/>
            <a:ext cx="716280" cy="1733485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378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C234D-C90F-AA2C-2402-AAB6FF003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D95AF8-D14C-8B12-A122-DE63DA1A9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674" y="278628"/>
            <a:ext cx="7548563" cy="5032375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318724B7-11AE-0818-5349-9D1CB4DECCC4}"/>
              </a:ext>
            </a:extLst>
          </p:cNvPr>
          <p:cNvSpPr/>
          <p:nvPr/>
        </p:nvSpPr>
        <p:spPr>
          <a:xfrm>
            <a:off x="6096000" y="2340864"/>
            <a:ext cx="377952" cy="44805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34ED7E5D-AD1C-F7F3-4C10-43868FDD5C62}"/>
              </a:ext>
            </a:extLst>
          </p:cNvPr>
          <p:cNvSpPr/>
          <p:nvPr/>
        </p:nvSpPr>
        <p:spPr>
          <a:xfrm>
            <a:off x="1146048" y="2340864"/>
            <a:ext cx="377952" cy="44805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1440FD5B-8DA6-6688-8DF3-78CE02CED5E4}"/>
              </a:ext>
            </a:extLst>
          </p:cNvPr>
          <p:cNvSpPr/>
          <p:nvPr/>
        </p:nvSpPr>
        <p:spPr>
          <a:xfrm>
            <a:off x="6376416" y="3777266"/>
            <a:ext cx="377952" cy="448056"/>
          </a:xfrm>
          <a:prstGeom prst="mathMultiply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25CFEB11-8554-3595-EC29-28B1F2BE383B}"/>
              </a:ext>
            </a:extLst>
          </p:cNvPr>
          <p:cNvSpPr/>
          <p:nvPr/>
        </p:nvSpPr>
        <p:spPr>
          <a:xfrm>
            <a:off x="1146048" y="2856103"/>
            <a:ext cx="377952" cy="448056"/>
          </a:xfrm>
          <a:prstGeom prst="mathMultiply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BE563029-4723-C717-7A98-55742E530CF1}"/>
              </a:ext>
            </a:extLst>
          </p:cNvPr>
          <p:cNvSpPr/>
          <p:nvPr/>
        </p:nvSpPr>
        <p:spPr>
          <a:xfrm>
            <a:off x="7373112" y="1310101"/>
            <a:ext cx="377952" cy="448056"/>
          </a:xfrm>
          <a:prstGeom prst="mathMultiply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8B350A19-AF9D-5B48-4CB3-6BAC33C40E19}"/>
              </a:ext>
            </a:extLst>
          </p:cNvPr>
          <p:cNvSpPr/>
          <p:nvPr/>
        </p:nvSpPr>
        <p:spPr>
          <a:xfrm>
            <a:off x="1146048" y="3371342"/>
            <a:ext cx="377952" cy="448056"/>
          </a:xfrm>
          <a:prstGeom prst="mathMultiply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50BCAB14-16FC-C2A3-8707-05567523292D}"/>
              </a:ext>
            </a:extLst>
          </p:cNvPr>
          <p:cNvSpPr/>
          <p:nvPr/>
        </p:nvSpPr>
        <p:spPr>
          <a:xfrm>
            <a:off x="7618002" y="2479105"/>
            <a:ext cx="447005" cy="448056"/>
          </a:xfrm>
          <a:prstGeom prst="mathMultiply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E9A3C092-FAC2-C3EF-8027-D64D2AD887B6}"/>
              </a:ext>
            </a:extLst>
          </p:cNvPr>
          <p:cNvSpPr/>
          <p:nvPr/>
        </p:nvSpPr>
        <p:spPr>
          <a:xfrm>
            <a:off x="1196571" y="4953328"/>
            <a:ext cx="377952" cy="448056"/>
          </a:xfrm>
          <a:prstGeom prst="mathMultiply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90C9629C-72E3-ECE3-7F41-06AE3DE10FD2}"/>
              </a:ext>
            </a:extLst>
          </p:cNvPr>
          <p:cNvSpPr/>
          <p:nvPr/>
        </p:nvSpPr>
        <p:spPr>
          <a:xfrm>
            <a:off x="9329928" y="1861885"/>
            <a:ext cx="377952" cy="448056"/>
          </a:xfrm>
          <a:prstGeom prst="mathMultiply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D8155E22-A044-B19F-98F9-D5E8F2C4A81E}"/>
              </a:ext>
            </a:extLst>
          </p:cNvPr>
          <p:cNvSpPr/>
          <p:nvPr/>
        </p:nvSpPr>
        <p:spPr>
          <a:xfrm>
            <a:off x="1167326" y="3937598"/>
            <a:ext cx="377952" cy="448056"/>
          </a:xfrm>
          <a:prstGeom prst="mathMultiply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6431B91C-3E44-FD2F-6F8D-95F6ECEF1BA7}"/>
              </a:ext>
            </a:extLst>
          </p:cNvPr>
          <p:cNvSpPr/>
          <p:nvPr/>
        </p:nvSpPr>
        <p:spPr>
          <a:xfrm>
            <a:off x="8951976" y="3304159"/>
            <a:ext cx="377952" cy="448056"/>
          </a:xfrm>
          <a:prstGeom prst="mathMultiply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978A7698-9EBF-A15D-D167-21A2B36BF7F3}"/>
              </a:ext>
            </a:extLst>
          </p:cNvPr>
          <p:cNvSpPr/>
          <p:nvPr/>
        </p:nvSpPr>
        <p:spPr>
          <a:xfrm>
            <a:off x="1167326" y="4443247"/>
            <a:ext cx="377952" cy="448056"/>
          </a:xfrm>
          <a:prstGeom prst="mathMultiply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851DD1-B458-B3F5-614A-7C6C5189660F}"/>
              </a:ext>
            </a:extLst>
          </p:cNvPr>
          <p:cNvSpPr txBox="1"/>
          <p:nvPr/>
        </p:nvSpPr>
        <p:spPr>
          <a:xfrm>
            <a:off x="1643396" y="2314533"/>
            <a:ext cx="22978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2/3 = 0.66</a:t>
            </a:r>
            <a:endParaRPr lang="et-EE" sz="30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AF216FA-A4F3-4973-A8D6-9E3232B9FFE2}"/>
              </a:ext>
            </a:extLst>
          </p:cNvPr>
          <p:cNvCxnSpPr/>
          <p:nvPr/>
        </p:nvCxnSpPr>
        <p:spPr>
          <a:xfrm flipH="1">
            <a:off x="6754368" y="1861885"/>
            <a:ext cx="716280" cy="1733485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52464EA-78EE-78E5-80FC-4705647A2DEE}"/>
              </a:ext>
            </a:extLst>
          </p:cNvPr>
          <p:cNvSpPr txBox="1"/>
          <p:nvPr/>
        </p:nvSpPr>
        <p:spPr>
          <a:xfrm>
            <a:off x="1643396" y="2875002"/>
            <a:ext cx="19264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1/1 = 1</a:t>
            </a:r>
            <a:endParaRPr lang="et-EE" sz="3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0860C2-7873-EED3-2152-680B57A73ECE}"/>
              </a:ext>
            </a:extLst>
          </p:cNvPr>
          <p:cNvSpPr txBox="1"/>
          <p:nvPr/>
        </p:nvSpPr>
        <p:spPr>
          <a:xfrm>
            <a:off x="1597443" y="3375057"/>
            <a:ext cx="23891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2/3 = 0.66</a:t>
            </a:r>
            <a:endParaRPr lang="et-EE" sz="3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A2BEDD-FAC7-9A16-6D85-D51FBE648AB2}"/>
              </a:ext>
            </a:extLst>
          </p:cNvPr>
          <p:cNvSpPr txBox="1"/>
          <p:nvPr/>
        </p:nvSpPr>
        <p:spPr>
          <a:xfrm>
            <a:off x="1643396" y="3853300"/>
            <a:ext cx="28031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2/3 = 0.66</a:t>
            </a:r>
            <a:endParaRPr lang="et-EE" sz="3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4DD731-E586-4D75-ECCE-72B2FD8A831F}"/>
              </a:ext>
            </a:extLst>
          </p:cNvPr>
          <p:cNvSpPr txBox="1"/>
          <p:nvPr/>
        </p:nvSpPr>
        <p:spPr>
          <a:xfrm>
            <a:off x="1618721" y="4373019"/>
            <a:ext cx="19723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1/1 = 1</a:t>
            </a:r>
            <a:endParaRPr lang="et-EE" sz="3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349679-D319-4802-A8DD-CC0CFCA21D0C}"/>
              </a:ext>
            </a:extLst>
          </p:cNvPr>
          <p:cNvSpPr txBox="1"/>
          <p:nvPr/>
        </p:nvSpPr>
        <p:spPr>
          <a:xfrm>
            <a:off x="1682253" y="4885541"/>
            <a:ext cx="28031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4/10 = 0.4</a:t>
            </a:r>
            <a:endParaRPr lang="et-EE" sz="30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61BBC42-6E35-4C88-FD27-D22198F2FA3D}"/>
              </a:ext>
            </a:extLst>
          </p:cNvPr>
          <p:cNvCxnSpPr>
            <a:cxnSpLocks/>
          </p:cNvCxnSpPr>
          <p:nvPr/>
        </p:nvCxnSpPr>
        <p:spPr>
          <a:xfrm flipH="1">
            <a:off x="7100650" y="3595370"/>
            <a:ext cx="1637395" cy="249365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AF2FD1C-11A9-AD1A-DFB6-A40AE2B3CAC2}"/>
              </a:ext>
            </a:extLst>
          </p:cNvPr>
          <p:cNvCxnSpPr>
            <a:cxnSpLocks/>
          </p:cNvCxnSpPr>
          <p:nvPr/>
        </p:nvCxnSpPr>
        <p:spPr>
          <a:xfrm flipH="1">
            <a:off x="7029926" y="2340864"/>
            <a:ext cx="2232376" cy="143640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71DA4-745E-9EC7-1909-77B073AA9AE7}"/>
              </a:ext>
            </a:extLst>
          </p:cNvPr>
          <p:cNvCxnSpPr>
            <a:cxnSpLocks/>
          </p:cNvCxnSpPr>
          <p:nvPr/>
        </p:nvCxnSpPr>
        <p:spPr>
          <a:xfrm>
            <a:off x="7841504" y="1861885"/>
            <a:ext cx="1119330" cy="140958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0877335-9868-251C-8D9B-981B55AA9336}"/>
              </a:ext>
            </a:extLst>
          </p:cNvPr>
          <p:cNvCxnSpPr>
            <a:cxnSpLocks/>
          </p:cNvCxnSpPr>
          <p:nvPr/>
        </p:nvCxnSpPr>
        <p:spPr>
          <a:xfrm flipH="1">
            <a:off x="6687883" y="2082059"/>
            <a:ext cx="2390443" cy="42763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D25389F-CD81-37CD-0296-4A8D5E16543B}"/>
              </a:ext>
            </a:extLst>
          </p:cNvPr>
          <p:cNvCxnSpPr>
            <a:cxnSpLocks/>
          </p:cNvCxnSpPr>
          <p:nvPr/>
        </p:nvCxnSpPr>
        <p:spPr>
          <a:xfrm flipH="1" flipV="1">
            <a:off x="6563725" y="2868531"/>
            <a:ext cx="2153128" cy="56046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470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20" grpId="0"/>
      <p:bldP spid="21" grpId="0"/>
      <p:bldP spid="22" grpId="0"/>
      <p:bldP spid="23" grpId="0"/>
      <p:bldP spid="2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F7968A-0E77-A2B4-3017-1AFFB000D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39" y="698500"/>
            <a:ext cx="10315661" cy="517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9938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D5945-7E45-EDEB-2D3C-B77B1167C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FFD8CF-A635-D185-AD5E-B02605E8D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674" y="272732"/>
            <a:ext cx="7548563" cy="5032375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DF91E754-DCC2-200E-3D7C-CAB18BE91CB2}"/>
              </a:ext>
            </a:extLst>
          </p:cNvPr>
          <p:cNvSpPr/>
          <p:nvPr/>
        </p:nvSpPr>
        <p:spPr>
          <a:xfrm>
            <a:off x="6096000" y="2340864"/>
            <a:ext cx="377952" cy="44805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58CA63-CA17-469D-2737-25D190177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76111"/>
            <a:ext cx="2707226" cy="112950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E9AA784-E23B-A81E-01A1-DE8D6C9DAB08}"/>
              </a:ext>
            </a:extLst>
          </p:cNvPr>
          <p:cNvCxnSpPr>
            <a:cxnSpLocks/>
          </p:cNvCxnSpPr>
          <p:nvPr/>
        </p:nvCxnSpPr>
        <p:spPr>
          <a:xfrm flipV="1">
            <a:off x="2300825" y="1236222"/>
            <a:ext cx="960120" cy="5398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1AB752F-D06D-9D06-F504-8025AF4ECB06}"/>
              </a:ext>
            </a:extLst>
          </p:cNvPr>
          <p:cNvSpPr txBox="1"/>
          <p:nvPr/>
        </p:nvSpPr>
        <p:spPr>
          <a:xfrm>
            <a:off x="3260945" y="974612"/>
            <a:ext cx="12650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/>
              <a:t>2*2 = 4</a:t>
            </a:r>
            <a:endParaRPr lang="et-EE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DECAB0-A392-8939-E140-98A6B6735875}"/>
              </a:ext>
            </a:extLst>
          </p:cNvPr>
          <p:cNvCxnSpPr/>
          <p:nvPr/>
        </p:nvCxnSpPr>
        <p:spPr>
          <a:xfrm>
            <a:off x="2707226" y="2573532"/>
            <a:ext cx="5537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08040A0-20BA-5E25-4D96-9DFD1E42B54A}"/>
              </a:ext>
            </a:extLst>
          </p:cNvPr>
          <p:cNvSpPr txBox="1"/>
          <p:nvPr/>
        </p:nvSpPr>
        <p:spPr>
          <a:xfrm>
            <a:off x="3316462" y="2311922"/>
            <a:ext cx="12650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/>
              <a:t>3*2 = 6</a:t>
            </a:r>
            <a:endParaRPr lang="et-EE" sz="2800" dirty="0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7447118F-0730-78E2-2EEC-202620FBB73C}"/>
              </a:ext>
            </a:extLst>
          </p:cNvPr>
          <p:cNvSpPr/>
          <p:nvPr/>
        </p:nvSpPr>
        <p:spPr>
          <a:xfrm>
            <a:off x="4378449" y="1076202"/>
            <a:ext cx="406206" cy="175894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5D69F8-8672-869D-A3A3-93AB03AF4E0A}"/>
              </a:ext>
            </a:extLst>
          </p:cNvPr>
          <p:cNvSpPr txBox="1"/>
          <p:nvPr/>
        </p:nvSpPr>
        <p:spPr>
          <a:xfrm>
            <a:off x="4792970" y="1694062"/>
            <a:ext cx="1537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/>
              <a:t>4/6 = 2/3</a:t>
            </a:r>
            <a:endParaRPr lang="et-EE" sz="2800" dirty="0"/>
          </a:p>
        </p:txBody>
      </p:sp>
    </p:spTree>
    <p:extLst>
      <p:ext uri="{BB962C8B-B14F-4D97-AF65-F5344CB8AC3E}">
        <p14:creationId xmlns:p14="http://schemas.microsoft.com/office/powerpoint/2010/main" val="55489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 animBg="1"/>
      <p:bldP spid="1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91137-9995-9485-713A-A226DC147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6D5638-E91C-BA67-908F-B43BE0EAE2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90" y="916079"/>
            <a:ext cx="11567619" cy="47743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F40C852-F560-FE01-08F8-6285DFE34418}"/>
              </a:ext>
            </a:extLst>
          </p:cNvPr>
          <p:cNvSpPr/>
          <p:nvPr/>
        </p:nvSpPr>
        <p:spPr>
          <a:xfrm>
            <a:off x="7095490" y="3126104"/>
            <a:ext cx="2025650" cy="42862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7AF961-6DA6-8DB0-3545-F09698469ECC}"/>
              </a:ext>
            </a:extLst>
          </p:cNvPr>
          <p:cNvSpPr/>
          <p:nvPr/>
        </p:nvSpPr>
        <p:spPr>
          <a:xfrm>
            <a:off x="6000750" y="2526030"/>
            <a:ext cx="765810" cy="77724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1D2B397-2CE1-F519-EB50-E61D1C219B6A}"/>
              </a:ext>
            </a:extLst>
          </p:cNvPr>
          <p:cNvSpPr/>
          <p:nvPr/>
        </p:nvSpPr>
        <p:spPr>
          <a:xfrm>
            <a:off x="1398270" y="1348740"/>
            <a:ext cx="765810" cy="77724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2232890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B5C5E-7D4C-8CAF-775E-2764BD976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hu-HU" b="1" dirty="0"/>
              <a:t>Chapter 2</a:t>
            </a:r>
            <a:br>
              <a:rPr lang="hu-HU" b="1" dirty="0"/>
            </a:br>
            <a:r>
              <a:rPr lang="hu-HU" b="1" dirty="0"/>
              <a:t>Global metrics</a:t>
            </a:r>
            <a:endParaRPr lang="et-EE" b="1" dirty="0"/>
          </a:p>
        </p:txBody>
      </p:sp>
    </p:spTree>
    <p:extLst>
      <p:ext uri="{BB962C8B-B14F-4D97-AF65-F5344CB8AC3E}">
        <p14:creationId xmlns:p14="http://schemas.microsoft.com/office/powerpoint/2010/main" val="13491893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BCFB2-6AE5-01C5-E897-5BACF4C31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Global metrics 1.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52D3E-AACE-EE8B-55D7-85F35A18F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Average clustering coefficient</a:t>
            </a:r>
            <a:br>
              <a:rPr lang="en-US" dirty="0"/>
            </a:br>
            <a:r>
              <a:rPr lang="en-US" dirty="0"/>
              <a:t>Computes the clustering coefficient for each node (i.e., how interconnected its neighbors are), then takes the average across all nodes.</a:t>
            </a:r>
            <a:br>
              <a:rPr lang="en-US" dirty="0"/>
            </a:br>
            <a:r>
              <a:rPr lang="en-US" dirty="0"/>
              <a:t>→ Reflects the typical local cohesion in the network rather than the global structure.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6575334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F2DD20-6958-858E-4599-D747B5934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674" y="278628"/>
            <a:ext cx="7548563" cy="5032375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43CD3441-1944-1DE0-58C8-360ED9DB64FD}"/>
              </a:ext>
            </a:extLst>
          </p:cNvPr>
          <p:cNvSpPr/>
          <p:nvPr/>
        </p:nvSpPr>
        <p:spPr>
          <a:xfrm>
            <a:off x="6096000" y="2340864"/>
            <a:ext cx="377952" cy="44805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88985F43-EF7E-CC6F-F61E-97D62F045D08}"/>
              </a:ext>
            </a:extLst>
          </p:cNvPr>
          <p:cNvSpPr/>
          <p:nvPr/>
        </p:nvSpPr>
        <p:spPr>
          <a:xfrm>
            <a:off x="1146048" y="2340864"/>
            <a:ext cx="377952" cy="44805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0F090795-0C6D-4754-1F64-FED913373930}"/>
              </a:ext>
            </a:extLst>
          </p:cNvPr>
          <p:cNvSpPr/>
          <p:nvPr/>
        </p:nvSpPr>
        <p:spPr>
          <a:xfrm>
            <a:off x="6376416" y="3777266"/>
            <a:ext cx="377952" cy="448056"/>
          </a:xfrm>
          <a:prstGeom prst="mathMultiply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5442FDFB-4D8A-B076-358D-BACCE189C085}"/>
              </a:ext>
            </a:extLst>
          </p:cNvPr>
          <p:cNvSpPr/>
          <p:nvPr/>
        </p:nvSpPr>
        <p:spPr>
          <a:xfrm>
            <a:off x="1146048" y="2856103"/>
            <a:ext cx="377952" cy="448056"/>
          </a:xfrm>
          <a:prstGeom prst="mathMultiply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3B45CA51-BE4C-A18D-3179-BE177D79F528}"/>
              </a:ext>
            </a:extLst>
          </p:cNvPr>
          <p:cNvSpPr/>
          <p:nvPr/>
        </p:nvSpPr>
        <p:spPr>
          <a:xfrm>
            <a:off x="7373112" y="1310101"/>
            <a:ext cx="377952" cy="448056"/>
          </a:xfrm>
          <a:prstGeom prst="mathMultiply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3CFA2D08-0A59-35BB-9EB7-4F02649C8C4F}"/>
              </a:ext>
            </a:extLst>
          </p:cNvPr>
          <p:cNvSpPr/>
          <p:nvPr/>
        </p:nvSpPr>
        <p:spPr>
          <a:xfrm>
            <a:off x="1146048" y="3371342"/>
            <a:ext cx="377952" cy="448056"/>
          </a:xfrm>
          <a:prstGeom prst="mathMultiply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CE9F97C8-AD36-96C0-7725-6CB47CFFCFBE}"/>
              </a:ext>
            </a:extLst>
          </p:cNvPr>
          <p:cNvSpPr/>
          <p:nvPr/>
        </p:nvSpPr>
        <p:spPr>
          <a:xfrm>
            <a:off x="7618002" y="2479105"/>
            <a:ext cx="447005" cy="448056"/>
          </a:xfrm>
          <a:prstGeom prst="mathMultiply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E13B4ACD-DA87-68D1-DCAA-49ACED6ABF44}"/>
              </a:ext>
            </a:extLst>
          </p:cNvPr>
          <p:cNvSpPr/>
          <p:nvPr/>
        </p:nvSpPr>
        <p:spPr>
          <a:xfrm>
            <a:off x="1146048" y="3845053"/>
            <a:ext cx="377952" cy="448056"/>
          </a:xfrm>
          <a:prstGeom prst="mathMultiply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870D0256-1BF8-9A37-88DF-F1BB1B93D69E}"/>
              </a:ext>
            </a:extLst>
          </p:cNvPr>
          <p:cNvSpPr/>
          <p:nvPr/>
        </p:nvSpPr>
        <p:spPr>
          <a:xfrm>
            <a:off x="9329928" y="1861885"/>
            <a:ext cx="377952" cy="448056"/>
          </a:xfrm>
          <a:prstGeom prst="mathMultiply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F6C17D72-A3E3-AE0C-AB35-3E21762CC261}"/>
              </a:ext>
            </a:extLst>
          </p:cNvPr>
          <p:cNvSpPr/>
          <p:nvPr/>
        </p:nvSpPr>
        <p:spPr>
          <a:xfrm>
            <a:off x="1146048" y="4306129"/>
            <a:ext cx="377952" cy="448056"/>
          </a:xfrm>
          <a:prstGeom prst="mathMultiply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AE006D2C-913A-D2E9-6CB7-0B4BF8380D0E}"/>
              </a:ext>
            </a:extLst>
          </p:cNvPr>
          <p:cNvSpPr/>
          <p:nvPr/>
        </p:nvSpPr>
        <p:spPr>
          <a:xfrm>
            <a:off x="8951976" y="3304159"/>
            <a:ext cx="377952" cy="448056"/>
          </a:xfrm>
          <a:prstGeom prst="mathMultiply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B201843C-2589-64BB-8E61-5AB911430817}"/>
              </a:ext>
            </a:extLst>
          </p:cNvPr>
          <p:cNvSpPr/>
          <p:nvPr/>
        </p:nvSpPr>
        <p:spPr>
          <a:xfrm>
            <a:off x="1146048" y="4811778"/>
            <a:ext cx="377952" cy="448056"/>
          </a:xfrm>
          <a:prstGeom prst="mathMultiply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931919-0289-5AF4-EF15-90160C902059}"/>
              </a:ext>
            </a:extLst>
          </p:cNvPr>
          <p:cNvSpPr txBox="1"/>
          <p:nvPr/>
        </p:nvSpPr>
        <p:spPr>
          <a:xfrm>
            <a:off x="1643396" y="2314533"/>
            <a:ext cx="22978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2/3 = 0.66</a:t>
            </a:r>
            <a:endParaRPr lang="et-EE" sz="30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CFEF152-E12C-AE99-7969-0A607EAD5B87}"/>
              </a:ext>
            </a:extLst>
          </p:cNvPr>
          <p:cNvCxnSpPr/>
          <p:nvPr/>
        </p:nvCxnSpPr>
        <p:spPr>
          <a:xfrm flipH="1">
            <a:off x="6754368" y="1861885"/>
            <a:ext cx="716280" cy="1733485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92F27E5-F9CE-8100-2D2A-370C39DD9F46}"/>
              </a:ext>
            </a:extLst>
          </p:cNvPr>
          <p:cNvSpPr txBox="1"/>
          <p:nvPr/>
        </p:nvSpPr>
        <p:spPr>
          <a:xfrm>
            <a:off x="1643396" y="2875002"/>
            <a:ext cx="19264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1/1 = 1</a:t>
            </a:r>
            <a:endParaRPr lang="et-EE" sz="3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798EC7-67FA-54F2-7866-3014247E2AB6}"/>
              </a:ext>
            </a:extLst>
          </p:cNvPr>
          <p:cNvSpPr txBox="1"/>
          <p:nvPr/>
        </p:nvSpPr>
        <p:spPr>
          <a:xfrm>
            <a:off x="1597443" y="3375057"/>
            <a:ext cx="23891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2/3 = 0.66</a:t>
            </a:r>
            <a:endParaRPr lang="et-EE" sz="3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546030-3E4B-FE2A-481F-7937ADF5109C}"/>
              </a:ext>
            </a:extLst>
          </p:cNvPr>
          <p:cNvSpPr txBox="1"/>
          <p:nvPr/>
        </p:nvSpPr>
        <p:spPr>
          <a:xfrm>
            <a:off x="1622118" y="4221831"/>
            <a:ext cx="28031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2/3 = 0.66</a:t>
            </a:r>
            <a:endParaRPr lang="et-EE" sz="3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C50E69-C58E-A7DA-64DC-050A464ED28F}"/>
              </a:ext>
            </a:extLst>
          </p:cNvPr>
          <p:cNvSpPr txBox="1"/>
          <p:nvPr/>
        </p:nvSpPr>
        <p:spPr>
          <a:xfrm>
            <a:off x="1597443" y="4741550"/>
            <a:ext cx="19723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1/1 = 1</a:t>
            </a:r>
            <a:endParaRPr lang="et-EE" sz="3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339259-0539-F0DA-DA0F-EBDB90B58CF6}"/>
              </a:ext>
            </a:extLst>
          </p:cNvPr>
          <p:cNvSpPr txBox="1"/>
          <p:nvPr/>
        </p:nvSpPr>
        <p:spPr>
          <a:xfrm>
            <a:off x="1631730" y="3777266"/>
            <a:ext cx="28031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4/10 = 0.4</a:t>
            </a:r>
            <a:endParaRPr lang="et-EE" sz="30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A4452D8-3FA0-A0D0-8881-9AE2E0A6F380}"/>
              </a:ext>
            </a:extLst>
          </p:cNvPr>
          <p:cNvCxnSpPr>
            <a:cxnSpLocks/>
          </p:cNvCxnSpPr>
          <p:nvPr/>
        </p:nvCxnSpPr>
        <p:spPr>
          <a:xfrm flipH="1">
            <a:off x="7100650" y="3595370"/>
            <a:ext cx="1637395" cy="249365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62AEA28-85CD-F328-860D-8E3AA08D919A}"/>
              </a:ext>
            </a:extLst>
          </p:cNvPr>
          <p:cNvCxnSpPr>
            <a:cxnSpLocks/>
          </p:cNvCxnSpPr>
          <p:nvPr/>
        </p:nvCxnSpPr>
        <p:spPr>
          <a:xfrm flipH="1">
            <a:off x="7029926" y="2340864"/>
            <a:ext cx="2232376" cy="143640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0B58686-D3FD-8579-315F-A901E887A52C}"/>
              </a:ext>
            </a:extLst>
          </p:cNvPr>
          <p:cNvCxnSpPr>
            <a:cxnSpLocks/>
          </p:cNvCxnSpPr>
          <p:nvPr/>
        </p:nvCxnSpPr>
        <p:spPr>
          <a:xfrm>
            <a:off x="7841504" y="1861885"/>
            <a:ext cx="1119330" cy="140958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0E81DA3-652C-1658-D84A-86489CF6C1FA}"/>
              </a:ext>
            </a:extLst>
          </p:cNvPr>
          <p:cNvCxnSpPr>
            <a:cxnSpLocks/>
          </p:cNvCxnSpPr>
          <p:nvPr/>
        </p:nvCxnSpPr>
        <p:spPr>
          <a:xfrm flipH="1">
            <a:off x="6687883" y="2082059"/>
            <a:ext cx="2390443" cy="42763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9712965-1378-E2EC-6E4A-D500C5119AC4}"/>
              </a:ext>
            </a:extLst>
          </p:cNvPr>
          <p:cNvCxnSpPr>
            <a:cxnSpLocks/>
          </p:cNvCxnSpPr>
          <p:nvPr/>
        </p:nvCxnSpPr>
        <p:spPr>
          <a:xfrm flipH="1" flipV="1">
            <a:off x="6563725" y="2868531"/>
            <a:ext cx="2153128" cy="56046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502CB3B-329E-26CD-2241-C7545C880581}"/>
              </a:ext>
            </a:extLst>
          </p:cNvPr>
          <p:cNvSpPr txBox="1"/>
          <p:nvPr/>
        </p:nvSpPr>
        <p:spPr>
          <a:xfrm>
            <a:off x="1225296" y="5687568"/>
            <a:ext cx="35478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MEAN = 0.73</a:t>
            </a:r>
            <a:endParaRPr lang="et-EE" sz="3000" dirty="0"/>
          </a:p>
        </p:txBody>
      </p:sp>
    </p:spTree>
    <p:extLst>
      <p:ext uri="{BB962C8B-B14F-4D97-AF65-F5344CB8AC3E}">
        <p14:creationId xmlns:p14="http://schemas.microsoft.com/office/powerpoint/2010/main" val="3140339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AB94D-132A-E55C-5C2F-21657833E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Global metrics 2.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1501F-1127-72A6-F7C6-1057C9BBE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800" cy="466725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Global clustering coefficient (transitivity)</a:t>
            </a:r>
            <a:br>
              <a:rPr lang="en-US" dirty="0"/>
            </a:br>
            <a:r>
              <a:rPr lang="en-US" dirty="0"/>
              <a:t>Measures the overall tendency of the network to form closed triangles.</a:t>
            </a:r>
            <a:br>
              <a:rPr lang="en-US" dirty="0"/>
            </a:br>
            <a:r>
              <a:rPr lang="en-US" dirty="0"/>
              <a:t>It is defined as the ratio of closed triplets (triangles) to all connected triplets in the network.</a:t>
            </a:r>
            <a:br>
              <a:rPr lang="en-US" dirty="0"/>
            </a:br>
            <a:r>
              <a:rPr lang="en-US" dirty="0"/>
              <a:t>→ Captures how likely it is that “a friend of my friend is also my friend” at the global level.</a:t>
            </a:r>
            <a:endParaRPr lang="et-E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343A62-74BE-933B-F411-4064AEF8B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893" y="489668"/>
            <a:ext cx="4934639" cy="1076475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69EB789F-7644-5B18-DA44-13585D4D34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268" y="1996938"/>
            <a:ext cx="6607098" cy="4404732"/>
          </a:xfrm>
          <a:prstGeom prst="rect">
            <a:avLst/>
          </a:prstGeom>
        </p:spPr>
      </p:pic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D3C6705-962A-E978-19C7-E3222ABB0F09}"/>
              </a:ext>
            </a:extLst>
          </p:cNvPr>
          <p:cNvCxnSpPr/>
          <p:nvPr/>
        </p:nvCxnSpPr>
        <p:spPr>
          <a:xfrm flipV="1">
            <a:off x="8365524" y="3323968"/>
            <a:ext cx="704335" cy="58076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28112C4-FC1F-D8D5-E411-F7D404311BB0}"/>
              </a:ext>
            </a:extLst>
          </p:cNvPr>
          <p:cNvCxnSpPr>
            <a:cxnSpLocks/>
          </p:cNvCxnSpPr>
          <p:nvPr/>
        </p:nvCxnSpPr>
        <p:spPr>
          <a:xfrm>
            <a:off x="8496300" y="3904735"/>
            <a:ext cx="6477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735513D-8CE8-61C9-72C8-76547D6F5431}"/>
              </a:ext>
            </a:extLst>
          </p:cNvPr>
          <p:cNvCxnSpPr>
            <a:cxnSpLocks/>
          </p:cNvCxnSpPr>
          <p:nvPr/>
        </p:nvCxnSpPr>
        <p:spPr>
          <a:xfrm>
            <a:off x="9069859" y="3429000"/>
            <a:ext cx="74141" cy="47573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BAD952D-A4A7-29E7-C088-9811C44B4EF1}"/>
              </a:ext>
            </a:extLst>
          </p:cNvPr>
          <p:cNvCxnSpPr>
            <a:cxnSpLocks/>
          </p:cNvCxnSpPr>
          <p:nvPr/>
        </p:nvCxnSpPr>
        <p:spPr>
          <a:xfrm>
            <a:off x="8365524" y="4159250"/>
            <a:ext cx="70433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FF5C9A3-1305-A9C2-788D-7BDFBE38B870}"/>
              </a:ext>
            </a:extLst>
          </p:cNvPr>
          <p:cNvCxnSpPr>
            <a:cxnSpLocks/>
          </p:cNvCxnSpPr>
          <p:nvPr/>
        </p:nvCxnSpPr>
        <p:spPr>
          <a:xfrm>
            <a:off x="8221257" y="4210985"/>
            <a:ext cx="144267" cy="68486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F3DF3963-FCAF-229A-5E91-991AA3471E1C}"/>
              </a:ext>
            </a:extLst>
          </p:cNvPr>
          <p:cNvCxnSpPr>
            <a:cxnSpLocks/>
          </p:cNvCxnSpPr>
          <p:nvPr/>
        </p:nvCxnSpPr>
        <p:spPr>
          <a:xfrm flipV="1">
            <a:off x="8496300" y="4210985"/>
            <a:ext cx="610629" cy="68486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02CC4D5-B7CC-5834-6C66-24AFD3EC60FF}"/>
              </a:ext>
            </a:extLst>
          </p:cNvPr>
          <p:cNvCxnSpPr>
            <a:cxnSpLocks/>
          </p:cNvCxnSpPr>
          <p:nvPr/>
        </p:nvCxnSpPr>
        <p:spPr>
          <a:xfrm>
            <a:off x="9368212" y="3289091"/>
            <a:ext cx="75933" cy="47971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E599E72B-B0E6-64B5-4146-9340C6005134}"/>
              </a:ext>
            </a:extLst>
          </p:cNvPr>
          <p:cNvCxnSpPr>
            <a:cxnSpLocks/>
          </p:cNvCxnSpPr>
          <p:nvPr/>
        </p:nvCxnSpPr>
        <p:spPr>
          <a:xfrm flipV="1">
            <a:off x="9662336" y="3617535"/>
            <a:ext cx="866775" cy="27184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27BC6568-8DB6-7D67-2669-790CB034ED7A}"/>
              </a:ext>
            </a:extLst>
          </p:cNvPr>
          <p:cNvCxnSpPr>
            <a:cxnSpLocks/>
          </p:cNvCxnSpPr>
          <p:nvPr/>
        </p:nvCxnSpPr>
        <p:spPr>
          <a:xfrm>
            <a:off x="9456014" y="3267148"/>
            <a:ext cx="1012587" cy="28214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34F0E356-FFF6-D962-5F74-9533C0DF0786}"/>
              </a:ext>
            </a:extLst>
          </p:cNvPr>
          <p:cNvCxnSpPr>
            <a:cxnSpLocks/>
          </p:cNvCxnSpPr>
          <p:nvPr/>
        </p:nvCxnSpPr>
        <p:spPr>
          <a:xfrm>
            <a:off x="9725025" y="4210985"/>
            <a:ext cx="561975" cy="34243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3B2C4452-C64F-9657-D2B5-F2F58EA73461}"/>
              </a:ext>
            </a:extLst>
          </p:cNvPr>
          <p:cNvCxnSpPr>
            <a:cxnSpLocks/>
          </p:cNvCxnSpPr>
          <p:nvPr/>
        </p:nvCxnSpPr>
        <p:spPr>
          <a:xfrm flipV="1">
            <a:off x="9725025" y="3768810"/>
            <a:ext cx="928687" cy="31741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AEFBC4D8-22E4-B64F-E773-2DAAD2F5C4AB}"/>
              </a:ext>
            </a:extLst>
          </p:cNvPr>
          <p:cNvCxnSpPr>
            <a:cxnSpLocks/>
          </p:cNvCxnSpPr>
          <p:nvPr/>
        </p:nvCxnSpPr>
        <p:spPr>
          <a:xfrm flipH="1">
            <a:off x="10482262" y="3904735"/>
            <a:ext cx="210326" cy="57201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44FE5083-1E36-5DA9-3C28-52CD973B89DD}"/>
              </a:ext>
            </a:extLst>
          </p:cNvPr>
          <p:cNvSpPr txBox="1"/>
          <p:nvPr/>
        </p:nvSpPr>
        <p:spPr>
          <a:xfrm>
            <a:off x="9543817" y="1690686"/>
            <a:ext cx="154401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000" dirty="0"/>
              <a:t>4*3 = 12</a:t>
            </a:r>
            <a:endParaRPr lang="et-EE" sz="3000" dirty="0"/>
          </a:p>
        </p:txBody>
      </p:sp>
    </p:spTree>
    <p:extLst>
      <p:ext uri="{BB962C8B-B14F-4D97-AF65-F5344CB8AC3E}">
        <p14:creationId xmlns:p14="http://schemas.microsoft.com/office/powerpoint/2010/main" val="35419851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E82888-A23C-3CAF-1DCF-115AB17A6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762" y="912812"/>
            <a:ext cx="7548563" cy="503237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EF546F-46BD-08E2-8056-9DF248A40430}"/>
              </a:ext>
            </a:extLst>
          </p:cNvPr>
          <p:cNvCxnSpPr/>
          <p:nvPr/>
        </p:nvCxnSpPr>
        <p:spPr>
          <a:xfrm flipV="1">
            <a:off x="4800600" y="4334256"/>
            <a:ext cx="1591056" cy="31089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32C51A-730D-3FE5-98D5-7EA3260CF954}"/>
              </a:ext>
            </a:extLst>
          </p:cNvPr>
          <p:cNvCxnSpPr>
            <a:cxnSpLocks/>
          </p:cNvCxnSpPr>
          <p:nvPr/>
        </p:nvCxnSpPr>
        <p:spPr>
          <a:xfrm flipV="1">
            <a:off x="4384548" y="2523744"/>
            <a:ext cx="836676" cy="173736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786925-D239-1AA8-2AD6-153E38EBC1B2}"/>
              </a:ext>
            </a:extLst>
          </p:cNvPr>
          <p:cNvCxnSpPr>
            <a:cxnSpLocks/>
          </p:cNvCxnSpPr>
          <p:nvPr/>
        </p:nvCxnSpPr>
        <p:spPr>
          <a:xfrm flipV="1">
            <a:off x="4384548" y="2679192"/>
            <a:ext cx="2482596" cy="43275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82AA53-AF71-9AA8-3DF4-088B34D6BDD3}"/>
              </a:ext>
            </a:extLst>
          </p:cNvPr>
          <p:cNvCxnSpPr>
            <a:cxnSpLocks/>
          </p:cNvCxnSpPr>
          <p:nvPr/>
        </p:nvCxnSpPr>
        <p:spPr>
          <a:xfrm>
            <a:off x="5504688" y="2350008"/>
            <a:ext cx="1197864" cy="149047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Multiplication Sign 23">
            <a:extLst>
              <a:ext uri="{FF2B5EF4-FFF2-40B4-BE49-F238E27FC236}">
                <a16:creationId xmlns:a16="http://schemas.microsoft.com/office/drawing/2014/main" id="{FB98671C-4CEA-FA31-78FB-B3AE54C3D7D8}"/>
              </a:ext>
            </a:extLst>
          </p:cNvPr>
          <p:cNvSpPr/>
          <p:nvPr/>
        </p:nvSpPr>
        <p:spPr>
          <a:xfrm>
            <a:off x="3750182" y="2953417"/>
            <a:ext cx="469773" cy="475583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70748E0E-1B8C-F4F8-F24E-E8B1649BE9DC}"/>
              </a:ext>
            </a:extLst>
          </p:cNvPr>
          <p:cNvSpPr/>
          <p:nvPr/>
        </p:nvSpPr>
        <p:spPr>
          <a:xfrm>
            <a:off x="5282159" y="3096213"/>
            <a:ext cx="469773" cy="475583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26" name="Multiplication Sign 25">
            <a:extLst>
              <a:ext uri="{FF2B5EF4-FFF2-40B4-BE49-F238E27FC236}">
                <a16:creationId xmlns:a16="http://schemas.microsoft.com/office/drawing/2014/main" id="{B65D9D72-B50B-4DA7-5AD6-E4A1944B7F85}"/>
              </a:ext>
            </a:extLst>
          </p:cNvPr>
          <p:cNvSpPr/>
          <p:nvPr/>
        </p:nvSpPr>
        <p:spPr>
          <a:xfrm>
            <a:off x="5047272" y="1916732"/>
            <a:ext cx="469773" cy="475583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19277F9F-BB50-E10B-CF24-93243B8ABEE4}"/>
              </a:ext>
            </a:extLst>
          </p:cNvPr>
          <p:cNvSpPr/>
          <p:nvPr/>
        </p:nvSpPr>
        <p:spPr>
          <a:xfrm>
            <a:off x="6986016" y="2477834"/>
            <a:ext cx="469773" cy="475583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4127B0-42F0-6102-80A6-F397DB2EBA5D}"/>
              </a:ext>
            </a:extLst>
          </p:cNvPr>
          <p:cNvSpPr txBox="1"/>
          <p:nvPr/>
        </p:nvSpPr>
        <p:spPr>
          <a:xfrm>
            <a:off x="7855964" y="1014425"/>
            <a:ext cx="412555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000" dirty="0"/>
              <a:t>All triplets: 12 + 9 = 21</a:t>
            </a:r>
          </a:p>
          <a:p>
            <a:endParaRPr lang="hu-HU" sz="3000" dirty="0"/>
          </a:p>
          <a:p>
            <a:r>
              <a:rPr lang="hu-HU" sz="3000" dirty="0"/>
              <a:t>Global clustering coeff: </a:t>
            </a:r>
          </a:p>
          <a:p>
            <a:r>
              <a:rPr lang="hu-HU" sz="3000" dirty="0"/>
              <a:t>12/21 = 0.57</a:t>
            </a:r>
            <a:endParaRPr lang="et-EE" sz="30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9977007-8A8B-6241-46D9-4684C864CFB9}"/>
              </a:ext>
            </a:extLst>
          </p:cNvPr>
          <p:cNvCxnSpPr>
            <a:cxnSpLocks/>
          </p:cNvCxnSpPr>
          <p:nvPr/>
        </p:nvCxnSpPr>
        <p:spPr>
          <a:xfrm>
            <a:off x="4297680" y="3429000"/>
            <a:ext cx="2093976" cy="65836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24BE32-6CAE-42A2-4780-3F3D326091E6}"/>
              </a:ext>
            </a:extLst>
          </p:cNvPr>
          <p:cNvCxnSpPr>
            <a:cxnSpLocks/>
          </p:cNvCxnSpPr>
          <p:nvPr/>
        </p:nvCxnSpPr>
        <p:spPr>
          <a:xfrm flipV="1">
            <a:off x="4677371" y="2877376"/>
            <a:ext cx="2189595" cy="154911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404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FCCAA-07D0-5A39-B68C-EC6975C98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Global metrics 3.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51A99-4B96-1F37-7080-4FC91C080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987" y="1814474"/>
            <a:ext cx="5551449" cy="4108818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Connected components </a:t>
            </a:r>
            <a:r>
              <a:rPr lang="en-US" dirty="0"/>
              <a:t>– number of disconnected subgraphs</a:t>
            </a:r>
            <a:endParaRPr lang="hu-HU" dirty="0"/>
          </a:p>
          <a:p>
            <a:r>
              <a:rPr lang="en-US" b="1" dirty="0"/>
              <a:t>Giant component size </a:t>
            </a:r>
            <a:r>
              <a:rPr lang="en-US" dirty="0"/>
              <a:t>– size of the largest connected component</a:t>
            </a:r>
            <a:endParaRPr lang="hu-HU" dirty="0"/>
          </a:p>
          <a:p>
            <a:r>
              <a:rPr lang="en-US" b="1" dirty="0"/>
              <a:t>Number of nodes </a:t>
            </a:r>
            <a:r>
              <a:rPr lang="en-US" dirty="0"/>
              <a:t>(N) – total entities in the network</a:t>
            </a:r>
            <a:r>
              <a:rPr lang="hu-HU" dirty="0"/>
              <a:t> (6)</a:t>
            </a:r>
          </a:p>
          <a:p>
            <a:r>
              <a:rPr lang="en-US" b="1" dirty="0"/>
              <a:t>Number of edges</a:t>
            </a:r>
            <a:r>
              <a:rPr lang="en-US" dirty="0"/>
              <a:t> (E) – total connections</a:t>
            </a:r>
            <a:r>
              <a:rPr lang="hu-HU" dirty="0"/>
              <a:t> (9)</a:t>
            </a:r>
          </a:p>
          <a:p>
            <a:r>
              <a:rPr lang="en-US" b="1" dirty="0"/>
              <a:t>Diameter</a:t>
            </a:r>
            <a:r>
              <a:rPr lang="en-US" dirty="0"/>
              <a:t> – longest shortest path between any two nodes</a:t>
            </a:r>
            <a:r>
              <a:rPr lang="hu-HU" dirty="0"/>
              <a:t> (2)</a:t>
            </a:r>
          </a:p>
          <a:p>
            <a:r>
              <a:rPr lang="en-US" b="1" dirty="0"/>
              <a:t>Average</a:t>
            </a:r>
            <a:r>
              <a:rPr lang="en-US" dirty="0"/>
              <a:t> </a:t>
            </a:r>
            <a:r>
              <a:rPr lang="en-US" b="1" dirty="0"/>
              <a:t>path length</a:t>
            </a:r>
            <a:r>
              <a:rPr lang="hu-HU" b="1" dirty="0"/>
              <a:t> </a:t>
            </a:r>
            <a:r>
              <a:rPr lang="hu-HU" dirty="0"/>
              <a:t>(L)</a:t>
            </a:r>
            <a:r>
              <a:rPr lang="en-US" b="1" dirty="0"/>
              <a:t> </a:t>
            </a:r>
            <a:r>
              <a:rPr lang="en-US" dirty="0"/>
              <a:t>– average shortest path between all node pairs</a:t>
            </a:r>
            <a:br>
              <a:rPr lang="hu-HU" dirty="0"/>
            </a:br>
            <a:br>
              <a:rPr lang="hu-HU" dirty="0"/>
            </a:br>
            <a:r>
              <a:rPr lang="hu-HU" dirty="0"/>
              <a:t>(1+1+1+1)+(1+1+1+1+1)+(2+2+2)+(2+2)+2</a:t>
            </a:r>
          </a:p>
          <a:p>
            <a:pPr marL="0" indent="0" latinLnBrk="1">
              <a:buNone/>
            </a:pPr>
            <a:r>
              <a:rPr lang="hu-HU" dirty="0"/>
              <a:t>	</a:t>
            </a:r>
            <a:r>
              <a:rPr lang="et-EE" dirty="0"/>
              <a:t>21/15</a:t>
            </a:r>
            <a:r>
              <a:rPr lang="hu-HU" dirty="0"/>
              <a:t> =</a:t>
            </a:r>
            <a:r>
              <a:rPr lang="et-EE" dirty="0"/>
              <a:t> 1.4</a:t>
            </a:r>
            <a:endParaRPr lang="hu-H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D4D29F-5B4E-71A3-B7AE-9A37AEB40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143" y="1027906"/>
            <a:ext cx="6607098" cy="440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417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B8FB1-8CAB-DE48-336C-2883DD46B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Small words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F09A6-629F-806F-BD9E-D93C4E7C5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040" y="1505585"/>
            <a:ext cx="10515600" cy="4351338"/>
          </a:xfrm>
        </p:spPr>
        <p:txBody>
          <a:bodyPr/>
          <a:lstStyle/>
          <a:p>
            <a:r>
              <a:rPr lang="en-US" b="1" dirty="0"/>
              <a:t>High clustering</a:t>
            </a:r>
            <a:r>
              <a:rPr lang="en-US" dirty="0"/>
              <a:t> (nodes form tight local groups) </a:t>
            </a:r>
          </a:p>
          <a:p>
            <a:r>
              <a:rPr lang="en-US" b="1" dirty="0"/>
              <a:t>Short average path lengths</a:t>
            </a:r>
            <a:r>
              <a:rPr lang="en-US" dirty="0"/>
              <a:t> (any node can be reached in few steps) </a:t>
            </a:r>
          </a:p>
          <a:p>
            <a:r>
              <a:rPr lang="en-US" dirty="0"/>
              <a:t>Nodes are locally clustered, but globally close.</a:t>
            </a:r>
            <a:endParaRPr lang="hu-HU" dirty="0"/>
          </a:p>
          <a:p>
            <a:r>
              <a:rPr lang="et-EE" dirty="0" err="1"/>
              <a:t>Watts</a:t>
            </a:r>
            <a:r>
              <a:rPr lang="et-EE" dirty="0"/>
              <a:t>–</a:t>
            </a:r>
            <a:r>
              <a:rPr lang="et-EE" dirty="0" err="1"/>
              <a:t>Strogatz</a:t>
            </a:r>
            <a:r>
              <a:rPr lang="hu-HU" dirty="0"/>
              <a:t> (1998): real-world examples</a:t>
            </a:r>
          </a:p>
          <a:p>
            <a:endParaRPr lang="en-US" dirty="0"/>
          </a:p>
          <a:p>
            <a:endParaRPr lang="et-E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78E68A-2817-D625-F25C-CD82DFF58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01294"/>
            <a:ext cx="3340650" cy="163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6046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20A8-1748-2CFC-9040-EF57BCFEC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Global metrics 4.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ED09F-9284-B13E-2087-03B37367D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b="1" dirty="0"/>
              <a:t>Average degree </a:t>
            </a:r>
            <a:r>
              <a:rPr lang="en-US" dirty="0"/>
              <a:t>– average number of connections per node</a:t>
            </a:r>
            <a:endParaRPr lang="hu-HU" dirty="0"/>
          </a:p>
          <a:p>
            <a:pPr marL="0" indent="0">
              <a:buNone/>
            </a:pPr>
            <a:r>
              <a:rPr lang="hu-HU" dirty="0"/>
              <a:t>	2+3+3+3+2+5 = 18</a:t>
            </a:r>
          </a:p>
          <a:p>
            <a:pPr marL="0" indent="0">
              <a:buNone/>
            </a:pPr>
            <a:r>
              <a:rPr lang="hu-HU" dirty="0"/>
              <a:t>	18/6 = 3</a:t>
            </a:r>
            <a:endParaRPr lang="et-E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C275A8-F1B2-378A-6CFF-929F4D8FC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912" y="365125"/>
            <a:ext cx="7548563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223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765A5-6CF8-81D5-2E43-D4B24C17E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CEC70A-3B8D-F90D-0EF0-8F55FBE54C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90" y="916079"/>
            <a:ext cx="11567619" cy="47743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070FC2C-902B-03D2-E81B-BB15DFF02E7E}"/>
              </a:ext>
            </a:extLst>
          </p:cNvPr>
          <p:cNvSpPr/>
          <p:nvPr/>
        </p:nvSpPr>
        <p:spPr>
          <a:xfrm>
            <a:off x="7038340" y="4103370"/>
            <a:ext cx="2471420" cy="3314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C75186-0595-428E-0FAC-0207CBC15EEB}"/>
              </a:ext>
            </a:extLst>
          </p:cNvPr>
          <p:cNvSpPr/>
          <p:nvPr/>
        </p:nvSpPr>
        <p:spPr>
          <a:xfrm>
            <a:off x="7038340" y="4628309"/>
            <a:ext cx="2471420" cy="41232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8739368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E9D86-EAB2-F20D-0A6E-45B93B056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CC9A-C9EA-23D1-2163-9215184DA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Global metrics 5.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79617-174F-A165-E0B9-A6CD9B5CD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hu-HU" b="1" dirty="0"/>
              <a:t>Density</a:t>
            </a:r>
            <a:r>
              <a:rPr lang="en-US" dirty="0"/>
              <a:t>– proportion of actual edges to all possible edges</a:t>
            </a:r>
            <a:endParaRPr lang="hu-HU" dirty="0"/>
          </a:p>
          <a:p>
            <a:pPr marL="0" indent="0">
              <a:buNone/>
            </a:pPr>
            <a:r>
              <a:rPr lang="hu-HU" dirty="0"/>
              <a:t>	Always between 0 and 1</a:t>
            </a:r>
          </a:p>
          <a:p>
            <a:pPr marL="0" indent="0">
              <a:buNone/>
            </a:pPr>
            <a:r>
              <a:rPr lang="hu-HU" dirty="0"/>
              <a:t>	1 = total connectedness</a:t>
            </a:r>
          </a:p>
          <a:p>
            <a:pPr marL="0" indent="0">
              <a:buNone/>
            </a:pPr>
            <a:r>
              <a:rPr lang="hu-HU" dirty="0"/>
              <a:t>	</a:t>
            </a:r>
          </a:p>
          <a:p>
            <a:pPr marL="0" indent="0">
              <a:buNone/>
            </a:pPr>
            <a:r>
              <a:rPr lang="hu-HU" dirty="0"/>
              <a:t>	E = 9</a:t>
            </a:r>
          </a:p>
          <a:p>
            <a:pPr marL="0" indent="0">
              <a:buNone/>
            </a:pPr>
            <a:r>
              <a:rPr lang="hu-HU" dirty="0"/>
              <a:t>	New = 6, All = 15</a:t>
            </a:r>
          </a:p>
          <a:p>
            <a:pPr marL="0" indent="0">
              <a:buNone/>
            </a:pPr>
            <a:r>
              <a:rPr lang="hu-HU" dirty="0"/>
              <a:t>	D = 9/15 = 0.6</a:t>
            </a:r>
          </a:p>
          <a:p>
            <a:pPr marL="0" indent="0">
              <a:buNone/>
            </a:pPr>
            <a:endParaRPr lang="et-E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3A059F-DD27-B969-3CF4-65BD61643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912" y="365125"/>
            <a:ext cx="7548563" cy="503237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2F59B9-73A4-0E3A-C77B-785D56B4CB2D}"/>
              </a:ext>
            </a:extLst>
          </p:cNvPr>
          <p:cNvCxnSpPr/>
          <p:nvPr/>
        </p:nvCxnSpPr>
        <p:spPr>
          <a:xfrm flipV="1">
            <a:off x="8474927" y="3757961"/>
            <a:ext cx="1862253" cy="35683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2F0B3DC-8766-D798-10DB-16928C7F63A1}"/>
              </a:ext>
            </a:extLst>
          </p:cNvPr>
          <p:cNvCxnSpPr>
            <a:cxnSpLocks/>
          </p:cNvCxnSpPr>
          <p:nvPr/>
        </p:nvCxnSpPr>
        <p:spPr>
          <a:xfrm flipV="1">
            <a:off x="8474927" y="2475261"/>
            <a:ext cx="2297848" cy="1402624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F752921-1263-17A3-7A50-D38BC2527DE6}"/>
              </a:ext>
            </a:extLst>
          </p:cNvPr>
          <p:cNvCxnSpPr>
            <a:cxnSpLocks/>
          </p:cNvCxnSpPr>
          <p:nvPr/>
        </p:nvCxnSpPr>
        <p:spPr>
          <a:xfrm flipV="1">
            <a:off x="8220075" y="1952625"/>
            <a:ext cx="838200" cy="1716223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48E780C-9B85-0E75-6F95-F916F7BA8EDD}"/>
              </a:ext>
            </a:extLst>
          </p:cNvPr>
          <p:cNvCxnSpPr>
            <a:cxnSpLocks/>
          </p:cNvCxnSpPr>
          <p:nvPr/>
        </p:nvCxnSpPr>
        <p:spPr>
          <a:xfrm>
            <a:off x="8220075" y="2810736"/>
            <a:ext cx="2019300" cy="71031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F8585A-5C73-ABDE-32A9-8B7838810876}"/>
              </a:ext>
            </a:extLst>
          </p:cNvPr>
          <p:cNvCxnSpPr>
            <a:cxnSpLocks/>
          </p:cNvCxnSpPr>
          <p:nvPr/>
        </p:nvCxnSpPr>
        <p:spPr>
          <a:xfrm flipV="1">
            <a:off x="8220075" y="2194263"/>
            <a:ext cx="2457450" cy="407436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FFA5203-2824-6566-5318-2D850588B098}"/>
              </a:ext>
            </a:extLst>
          </p:cNvPr>
          <p:cNvCxnSpPr/>
          <p:nvPr/>
        </p:nvCxnSpPr>
        <p:spPr>
          <a:xfrm>
            <a:off x="9406053" y="1825625"/>
            <a:ext cx="1090497" cy="1508125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772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F8ED8F-BC4F-69A5-3EF9-F7AAF3D09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9031" y="0"/>
            <a:ext cx="10287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F9E405-97A1-2280-1B56-1A04F4670166}"/>
              </a:ext>
            </a:extLst>
          </p:cNvPr>
          <p:cNvSpPr txBox="1"/>
          <p:nvPr/>
        </p:nvSpPr>
        <p:spPr>
          <a:xfrm>
            <a:off x="6858001" y="4886325"/>
            <a:ext cx="35767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/>
              <a:t>2*9 = 18</a:t>
            </a:r>
          </a:p>
          <a:p>
            <a:r>
              <a:rPr lang="hu-HU" sz="3200" dirty="0"/>
              <a:t>6*5 = 30</a:t>
            </a:r>
          </a:p>
          <a:p>
            <a:r>
              <a:rPr lang="hu-HU" sz="3200" dirty="0"/>
              <a:t>18/30 = 0.6</a:t>
            </a:r>
            <a:endParaRPr lang="et-EE" sz="3200" dirty="0"/>
          </a:p>
        </p:txBody>
      </p:sp>
    </p:spTree>
    <p:extLst>
      <p:ext uri="{BB962C8B-B14F-4D97-AF65-F5344CB8AC3E}">
        <p14:creationId xmlns:p14="http://schemas.microsoft.com/office/powerpoint/2010/main" val="1952504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11AB9-B6DA-C247-4AF7-92A4519C4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302BFC-280D-652C-92A9-92DC88F75F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90" y="916079"/>
            <a:ext cx="11567619" cy="477438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4818899-AB67-BCFA-E27E-652158FC7DA5}"/>
              </a:ext>
            </a:extLst>
          </p:cNvPr>
          <p:cNvSpPr/>
          <p:nvPr/>
        </p:nvSpPr>
        <p:spPr>
          <a:xfrm>
            <a:off x="7049770" y="5278139"/>
            <a:ext cx="2471420" cy="41232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4134442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A5B26-27EA-647B-8AB6-56DA28A52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Global metrics 5.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BDB6E-F9BE-F50F-670A-90240A9A9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Centralizations</a:t>
            </a:r>
          </a:p>
          <a:p>
            <a:pPr marL="0" indent="0">
              <a:buNone/>
            </a:pPr>
            <a:r>
              <a:rPr lang="hu-HU" dirty="0"/>
              <a:t>M</a:t>
            </a:r>
            <a:r>
              <a:rPr lang="en-US" dirty="0" err="1"/>
              <a:t>easures</a:t>
            </a:r>
            <a:r>
              <a:rPr lang="en-US" dirty="0"/>
              <a:t> how much a network is dominated by a few highly central nodes, depending on the chosen centrality metric.</a:t>
            </a:r>
            <a:endParaRPr lang="hu-HU" dirty="0"/>
          </a:p>
          <a:p>
            <a:pPr marL="0" indent="0">
              <a:buNone/>
            </a:pPr>
            <a:r>
              <a:rPr lang="hu-HU" dirty="0"/>
              <a:t>How equally the measures distribute</a:t>
            </a:r>
            <a:endParaRPr lang="en-US" dirty="0"/>
          </a:p>
          <a:p>
            <a:pPr marL="0" indent="0">
              <a:buNone/>
            </a:pPr>
            <a:endParaRPr lang="et-E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647371-E929-D8CF-97C2-A0F6AC45D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349" y="3985976"/>
            <a:ext cx="6269411" cy="142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7582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7B79C-60F4-62DB-524F-6132CA5C7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BCAC5-79E7-CEB7-AAD0-7919D4125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Global metrics 6.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E1093-5AE5-D96D-49F4-8E200A43E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Modularity</a:t>
            </a:r>
            <a:br>
              <a:rPr lang="en-US" dirty="0"/>
            </a:br>
            <a:r>
              <a:rPr lang="en-US" dirty="0"/>
              <a:t>Measures the strength of division of a network into communities (modules).</a:t>
            </a:r>
            <a:br>
              <a:rPr lang="en-US" dirty="0"/>
            </a:br>
            <a:r>
              <a:rPr lang="en-US" dirty="0"/>
              <a:t>High modularity means: </a:t>
            </a:r>
          </a:p>
          <a:p>
            <a:pPr lvl="1"/>
            <a:r>
              <a:rPr lang="en-US" dirty="0"/>
              <a:t>many edges within groups </a:t>
            </a:r>
          </a:p>
          <a:p>
            <a:pPr lvl="1"/>
            <a:r>
              <a:rPr lang="en-US" dirty="0"/>
              <a:t>relatively few edges between groups</a:t>
            </a:r>
            <a:br>
              <a:rPr lang="en-US" dirty="0"/>
            </a:br>
            <a:r>
              <a:rPr lang="en-US" dirty="0"/>
              <a:t>→ Indicates a clear community structure or segmentation in the network. </a:t>
            </a:r>
          </a:p>
          <a:p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3378514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27944-5812-38A3-924D-E62C53483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67A98-5EFC-6EE1-23D2-C20FF7216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hu-HU" b="1" dirty="0"/>
              <a:t>Chapter 3</a:t>
            </a:r>
            <a:br>
              <a:rPr lang="hu-HU" b="1" dirty="0"/>
            </a:br>
            <a:r>
              <a:rPr lang="hu-HU" b="1" dirty="0"/>
              <a:t>Let the </a:t>
            </a:r>
            <a:r>
              <a:rPr lang="hu-HU" b="1"/>
              <a:t>computer compute!</a:t>
            </a:r>
            <a:endParaRPr lang="et-EE" b="1" dirty="0"/>
          </a:p>
        </p:txBody>
      </p:sp>
    </p:spTree>
    <p:extLst>
      <p:ext uri="{BB962C8B-B14F-4D97-AF65-F5344CB8AC3E}">
        <p14:creationId xmlns:p14="http://schemas.microsoft.com/office/powerpoint/2010/main" val="40571041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F954F-968C-DF65-322B-D0AF9221C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Materials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A10ED-E2CC-875D-EA54-DFCBC6EE6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t-EE" dirty="0">
                <a:hlinkClick r:id="rId2"/>
              </a:rPr>
              <a:t>https://colab.research.google.com/drive/1SfyNtK0UyRF4FtqwRPMEWGwcLNhQlcHm?usp=sharing</a:t>
            </a:r>
            <a:endParaRPr lang="hu-HU" dirty="0"/>
          </a:p>
          <a:p>
            <a:r>
              <a:rPr lang="hu-HU" dirty="0"/>
              <a:t>Or see R Rmd file in Github Repo</a:t>
            </a:r>
          </a:p>
          <a:p>
            <a:r>
              <a:rPr lang="hu-HU" dirty="0"/>
              <a:t>Find „network_edges.csv” also in Github Repo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429942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14237</TotalTime>
  <Words>1155</Words>
  <Application>Microsoft Office PowerPoint</Application>
  <PresentationFormat>Widescreen</PresentationFormat>
  <Paragraphs>175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Aptos</vt:lpstr>
      <vt:lpstr>Aptos Display</vt:lpstr>
      <vt:lpstr>Arial</vt:lpstr>
      <vt:lpstr>Office Theme</vt:lpstr>
      <vt:lpstr>Global and Local Metrics for Network Analyses</vt:lpstr>
      <vt:lpstr>Turn networks into numbers!</vt:lpstr>
      <vt:lpstr>Quick Recap</vt:lpstr>
      <vt:lpstr>Adjacency matrix</vt:lpstr>
      <vt:lpstr>Chapter 1 Node-level metrics</vt:lpstr>
      <vt:lpstr>Node-level metrics - Centrality Measures 1.</vt:lpstr>
      <vt:lpstr>PowerPoint Presentation</vt:lpstr>
      <vt:lpstr>Node-level metrics - Centrality Measures 2.</vt:lpstr>
      <vt:lpstr>Betweenness Centrality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Node-level metrics - Centrality Measures 3.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Node-level metrics - Centrality Measures 4.</vt:lpstr>
      <vt:lpstr>PowerPoint Presentation</vt:lpstr>
      <vt:lpstr>PowerPoint Presentation</vt:lpstr>
      <vt:lpstr>PowerPoint Presentation</vt:lpstr>
      <vt:lpstr>PowerPoint Presentation</vt:lpstr>
      <vt:lpstr>Node-level metrics - Centrality Measures 5.</vt:lpstr>
      <vt:lpstr>Node-level metrics 6.</vt:lpstr>
      <vt:lpstr>Node-level metrics 7.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Chapter 2 Global metrics</vt:lpstr>
      <vt:lpstr>Global metrics 1.</vt:lpstr>
      <vt:lpstr>PowerPoint Presentation</vt:lpstr>
      <vt:lpstr>Global metrics 2.</vt:lpstr>
      <vt:lpstr>PowerPoint Presentation</vt:lpstr>
      <vt:lpstr>Global metrics 3.</vt:lpstr>
      <vt:lpstr>Small words</vt:lpstr>
      <vt:lpstr>Global metrics 4.</vt:lpstr>
      <vt:lpstr>PowerPoint Presentation</vt:lpstr>
      <vt:lpstr>Global metrics 5.</vt:lpstr>
      <vt:lpstr>PowerPoint Presentation</vt:lpstr>
      <vt:lpstr>PowerPoint Presentation</vt:lpstr>
      <vt:lpstr>Global metrics 5.</vt:lpstr>
      <vt:lpstr>Global metrics 6.</vt:lpstr>
      <vt:lpstr>Chapter 3 Let the computer compute!</vt:lpstr>
      <vt:lpstr>Materials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Botond Szemes</dc:creator>
  <cp:lastModifiedBy>Botond Szemes</cp:lastModifiedBy>
  <cp:revision>2</cp:revision>
  <dcterms:created xsi:type="dcterms:W3CDTF">2026-03-30T12:08:08Z</dcterms:created>
  <dcterms:modified xsi:type="dcterms:W3CDTF">2026-04-29T13:07:43Z</dcterms:modified>
</cp:coreProperties>
</file>